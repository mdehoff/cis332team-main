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1251" y="59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uke Davis" userId="8d1c861ca10c461a" providerId="LiveId" clId="{6112BA4B-9B55-404E-A269-DF504B100295}"/>
    <pc:docChg chg="undo custSel modSld sldOrd">
      <pc:chgData name="Luke Davis" userId="8d1c861ca10c461a" providerId="LiveId" clId="{6112BA4B-9B55-404E-A269-DF504B100295}" dt="2025-11-15T04:10:46.741" v="32" actId="20577"/>
      <pc:docMkLst>
        <pc:docMk/>
      </pc:docMkLst>
      <pc:sldChg chg="modSp mod">
        <pc:chgData name="Luke Davis" userId="8d1c861ca10c461a" providerId="LiveId" clId="{6112BA4B-9B55-404E-A269-DF504B100295}" dt="2025-11-15T04:10:46.741" v="32" actId="20577"/>
        <pc:sldMkLst>
          <pc:docMk/>
          <pc:sldMk cId="0" sldId="256"/>
        </pc:sldMkLst>
        <pc:spChg chg="mod">
          <ac:chgData name="Luke Davis" userId="8d1c861ca10c461a" providerId="LiveId" clId="{6112BA4B-9B55-404E-A269-DF504B100295}" dt="2025-11-15T04:10:46.741" v="32" actId="20577"/>
          <ac:spMkLst>
            <pc:docMk/>
            <pc:sldMk cId="0" sldId="256"/>
            <ac:spMk id="3" creationId="{00000000-0000-0000-0000-000000000000}"/>
          </ac:spMkLst>
        </pc:spChg>
      </pc:sldChg>
      <pc:sldChg chg="modSp mod ord">
        <pc:chgData name="Luke Davis" userId="8d1c861ca10c461a" providerId="LiveId" clId="{6112BA4B-9B55-404E-A269-DF504B100295}" dt="2025-11-15T04:10:23.707" v="19" actId="20577"/>
        <pc:sldMkLst>
          <pc:docMk/>
          <pc:sldMk cId="0" sldId="264"/>
        </pc:sldMkLst>
        <pc:spChg chg="mod">
          <ac:chgData name="Luke Davis" userId="8d1c861ca10c461a" providerId="LiveId" clId="{6112BA4B-9B55-404E-A269-DF504B100295}" dt="2025-11-15T04:10:23.707" v="19" actId="20577"/>
          <ac:spMkLst>
            <pc:docMk/>
            <pc:sldMk cId="0" sldId="264"/>
            <ac:spMk id="3" creationId="{00000000-0000-0000-0000-000000000000}"/>
          </ac:spMkLst>
        </pc:spChg>
      </pc:sldChg>
      <pc:sldChg chg="modSp mod">
        <pc:chgData name="Luke Davis" userId="8d1c861ca10c461a" providerId="LiveId" clId="{6112BA4B-9B55-404E-A269-DF504B100295}" dt="2025-11-15T04:10:13.919" v="9" actId="20577"/>
        <pc:sldMkLst>
          <pc:docMk/>
          <pc:sldMk cId="0" sldId="265"/>
        </pc:sldMkLst>
        <pc:spChg chg="mod">
          <ac:chgData name="Luke Davis" userId="8d1c861ca10c461a" providerId="LiveId" clId="{6112BA4B-9B55-404E-A269-DF504B100295}" dt="2025-11-15T04:10:13.919" v="9" actId="20577"/>
          <ac:spMkLst>
            <pc:docMk/>
            <pc:sldMk cId="0" sldId="265"/>
            <ac:spMk id="3" creationId="{00000000-0000-0000-0000-000000000000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D50D669-2E49-415C-94C1-7BA9FEDB5262}" type="doc">
      <dgm:prSet loTypeId="urn:microsoft.com/office/officeart/2005/8/layout/defaul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6526DE3C-44DA-4A7E-AE0B-BD283ACC7AD2}">
      <dgm:prSet/>
      <dgm:spPr/>
      <dgm:t>
        <a:bodyPr/>
        <a:lstStyle/>
        <a:p>
          <a:r>
            <a:rPr lang="en-US"/>
            <a:t>1. Project Overview</a:t>
          </a:r>
        </a:p>
      </dgm:t>
    </dgm:pt>
    <dgm:pt modelId="{077C14CA-E11D-4D9A-ACC3-E894B94996B2}" type="parTrans" cxnId="{BAD13324-B36E-4ED3-AEED-345B923127BF}">
      <dgm:prSet/>
      <dgm:spPr/>
      <dgm:t>
        <a:bodyPr/>
        <a:lstStyle/>
        <a:p>
          <a:endParaRPr lang="en-US"/>
        </a:p>
      </dgm:t>
    </dgm:pt>
    <dgm:pt modelId="{DA9F5BE1-5B4C-493D-AFF4-95B850538279}" type="sibTrans" cxnId="{BAD13324-B36E-4ED3-AEED-345B923127BF}">
      <dgm:prSet/>
      <dgm:spPr/>
      <dgm:t>
        <a:bodyPr/>
        <a:lstStyle/>
        <a:p>
          <a:endParaRPr lang="en-US"/>
        </a:p>
      </dgm:t>
    </dgm:pt>
    <dgm:pt modelId="{F2F6B1D1-3A3F-417D-BC6D-5A3E201551BD}">
      <dgm:prSet/>
      <dgm:spPr/>
      <dgm:t>
        <a:bodyPr/>
        <a:lstStyle/>
        <a:p>
          <a:r>
            <a:rPr lang="en-US"/>
            <a:t>2. Purpose &amp; Problem Statement</a:t>
          </a:r>
        </a:p>
      </dgm:t>
    </dgm:pt>
    <dgm:pt modelId="{7684E04D-20CC-45BF-A514-1A42657ADC4D}" type="parTrans" cxnId="{C659D172-CB0D-4837-8E37-824EEA6BAD1C}">
      <dgm:prSet/>
      <dgm:spPr/>
      <dgm:t>
        <a:bodyPr/>
        <a:lstStyle/>
        <a:p>
          <a:endParaRPr lang="en-US"/>
        </a:p>
      </dgm:t>
    </dgm:pt>
    <dgm:pt modelId="{E90692DC-A67F-4581-B38B-AC76316360C9}" type="sibTrans" cxnId="{C659D172-CB0D-4837-8E37-824EEA6BAD1C}">
      <dgm:prSet/>
      <dgm:spPr/>
      <dgm:t>
        <a:bodyPr/>
        <a:lstStyle/>
        <a:p>
          <a:endParaRPr lang="en-US"/>
        </a:p>
      </dgm:t>
    </dgm:pt>
    <dgm:pt modelId="{7E1B6802-08F0-4C68-A567-2EE4ABBC7C9F}">
      <dgm:prSet/>
      <dgm:spPr/>
      <dgm:t>
        <a:bodyPr/>
        <a:lstStyle/>
        <a:p>
          <a:r>
            <a:rPr lang="en-US"/>
            <a:t>3. Development Progress</a:t>
          </a:r>
        </a:p>
      </dgm:t>
    </dgm:pt>
    <dgm:pt modelId="{688AA018-E37A-4EC6-9EC6-57B34836C525}" type="parTrans" cxnId="{C0C063C5-CA3D-4C2F-A282-B10A467531BD}">
      <dgm:prSet/>
      <dgm:spPr/>
      <dgm:t>
        <a:bodyPr/>
        <a:lstStyle/>
        <a:p>
          <a:endParaRPr lang="en-US"/>
        </a:p>
      </dgm:t>
    </dgm:pt>
    <dgm:pt modelId="{56FC1CB8-F288-4B19-B875-FB817984821C}" type="sibTrans" cxnId="{C0C063C5-CA3D-4C2F-A282-B10A467531BD}">
      <dgm:prSet/>
      <dgm:spPr/>
      <dgm:t>
        <a:bodyPr/>
        <a:lstStyle/>
        <a:p>
          <a:endParaRPr lang="en-US"/>
        </a:p>
      </dgm:t>
    </dgm:pt>
    <dgm:pt modelId="{5DDD27FF-3D03-493C-91BF-BF9D4BAF5B3D}">
      <dgm:prSet/>
      <dgm:spPr/>
      <dgm:t>
        <a:bodyPr/>
        <a:lstStyle/>
        <a:p>
          <a:r>
            <a:rPr lang="en-US"/>
            <a:t>4. Team Responsibilities</a:t>
          </a:r>
        </a:p>
      </dgm:t>
    </dgm:pt>
    <dgm:pt modelId="{9C0F6495-E52C-4FF3-AEB5-EE0D6A9B381B}" type="parTrans" cxnId="{C8CA6D5B-AE5F-4610-B17D-AA05A439C17F}">
      <dgm:prSet/>
      <dgm:spPr/>
      <dgm:t>
        <a:bodyPr/>
        <a:lstStyle/>
        <a:p>
          <a:endParaRPr lang="en-US"/>
        </a:p>
      </dgm:t>
    </dgm:pt>
    <dgm:pt modelId="{DCCCDD70-D33E-4E2D-9D3B-41EF725A5B8D}" type="sibTrans" cxnId="{C8CA6D5B-AE5F-4610-B17D-AA05A439C17F}">
      <dgm:prSet/>
      <dgm:spPr/>
      <dgm:t>
        <a:bodyPr/>
        <a:lstStyle/>
        <a:p>
          <a:endParaRPr lang="en-US"/>
        </a:p>
      </dgm:t>
    </dgm:pt>
    <dgm:pt modelId="{C149862A-03A6-499A-8531-5079C67ACEF0}">
      <dgm:prSet/>
      <dgm:spPr/>
      <dgm:t>
        <a:bodyPr/>
        <a:lstStyle/>
        <a:p>
          <a:r>
            <a:rPr lang="en-US"/>
            <a:t>5. Prototype Demonstration</a:t>
          </a:r>
        </a:p>
      </dgm:t>
    </dgm:pt>
    <dgm:pt modelId="{A0083719-469D-48A6-84EC-F6BF117674AD}" type="parTrans" cxnId="{D12EE059-8F89-47DE-BEC7-D539EB1B6C30}">
      <dgm:prSet/>
      <dgm:spPr/>
      <dgm:t>
        <a:bodyPr/>
        <a:lstStyle/>
        <a:p>
          <a:endParaRPr lang="en-US"/>
        </a:p>
      </dgm:t>
    </dgm:pt>
    <dgm:pt modelId="{FD1BACA1-7143-4137-B8A0-874366963655}" type="sibTrans" cxnId="{D12EE059-8F89-47DE-BEC7-D539EB1B6C30}">
      <dgm:prSet/>
      <dgm:spPr/>
      <dgm:t>
        <a:bodyPr/>
        <a:lstStyle/>
        <a:p>
          <a:endParaRPr lang="en-US"/>
        </a:p>
      </dgm:t>
    </dgm:pt>
    <dgm:pt modelId="{E5E7A876-042D-4FEB-B1AD-9965E8B75200}">
      <dgm:prSet/>
      <dgm:spPr/>
      <dgm:t>
        <a:bodyPr/>
        <a:lstStyle/>
        <a:p>
          <a:r>
            <a:rPr lang="en-US"/>
            <a:t>6. Challenges &amp; Risks</a:t>
          </a:r>
        </a:p>
      </dgm:t>
    </dgm:pt>
    <dgm:pt modelId="{23769A28-8D30-45ED-A97D-8F639AD8320C}" type="parTrans" cxnId="{294C8977-D06E-48CD-9351-92AA8A4FF6D4}">
      <dgm:prSet/>
      <dgm:spPr/>
      <dgm:t>
        <a:bodyPr/>
        <a:lstStyle/>
        <a:p>
          <a:endParaRPr lang="en-US"/>
        </a:p>
      </dgm:t>
    </dgm:pt>
    <dgm:pt modelId="{031E5673-2D22-4E1F-B188-338F56D241A1}" type="sibTrans" cxnId="{294C8977-D06E-48CD-9351-92AA8A4FF6D4}">
      <dgm:prSet/>
      <dgm:spPr/>
      <dgm:t>
        <a:bodyPr/>
        <a:lstStyle/>
        <a:p>
          <a:endParaRPr lang="en-US"/>
        </a:p>
      </dgm:t>
    </dgm:pt>
    <dgm:pt modelId="{D9490DB5-042D-4E9E-977C-6ECCC4304E98}">
      <dgm:prSet/>
      <dgm:spPr/>
      <dgm:t>
        <a:bodyPr/>
        <a:lstStyle/>
        <a:p>
          <a:r>
            <a:rPr lang="en-US"/>
            <a:t>7. Upcoming Roadmap</a:t>
          </a:r>
        </a:p>
      </dgm:t>
    </dgm:pt>
    <dgm:pt modelId="{8023AA9E-3F36-4C38-B336-02B93A350580}" type="parTrans" cxnId="{1228C1D4-4E03-4F57-8AF3-411A13C620E1}">
      <dgm:prSet/>
      <dgm:spPr/>
      <dgm:t>
        <a:bodyPr/>
        <a:lstStyle/>
        <a:p>
          <a:endParaRPr lang="en-US"/>
        </a:p>
      </dgm:t>
    </dgm:pt>
    <dgm:pt modelId="{E6DDAC5F-A8D3-4618-8682-D4594EB216DD}" type="sibTrans" cxnId="{1228C1D4-4E03-4F57-8AF3-411A13C620E1}">
      <dgm:prSet/>
      <dgm:spPr/>
      <dgm:t>
        <a:bodyPr/>
        <a:lstStyle/>
        <a:p>
          <a:endParaRPr lang="en-US"/>
        </a:p>
      </dgm:t>
    </dgm:pt>
    <dgm:pt modelId="{93E89461-AF55-4A6E-92AE-CFFED8A42D9B}">
      <dgm:prSet/>
      <dgm:spPr/>
      <dgm:t>
        <a:bodyPr/>
        <a:lstStyle/>
        <a:p>
          <a:r>
            <a:rPr lang="en-US"/>
            <a:t>8. Summary &amp; Conclusion</a:t>
          </a:r>
        </a:p>
      </dgm:t>
    </dgm:pt>
    <dgm:pt modelId="{55222FDE-F5A6-490B-A867-E8F5E98B8F9B}" type="parTrans" cxnId="{0A8F0646-1C6D-4AD4-BE6D-D0E0A3ADDB0B}">
      <dgm:prSet/>
      <dgm:spPr/>
      <dgm:t>
        <a:bodyPr/>
        <a:lstStyle/>
        <a:p>
          <a:endParaRPr lang="en-US"/>
        </a:p>
      </dgm:t>
    </dgm:pt>
    <dgm:pt modelId="{388D54EC-82C0-4A57-B405-D5769E209AFB}" type="sibTrans" cxnId="{0A8F0646-1C6D-4AD4-BE6D-D0E0A3ADDB0B}">
      <dgm:prSet/>
      <dgm:spPr/>
      <dgm:t>
        <a:bodyPr/>
        <a:lstStyle/>
        <a:p>
          <a:endParaRPr lang="en-US"/>
        </a:p>
      </dgm:t>
    </dgm:pt>
    <dgm:pt modelId="{61527CF1-6F5C-41C0-8FCC-99B0A9701093}">
      <dgm:prSet/>
      <dgm:spPr/>
      <dgm:t>
        <a:bodyPr/>
        <a:lstStyle/>
        <a:p>
          <a:r>
            <a:rPr lang="en-US"/>
            <a:t>9. Q&amp;A</a:t>
          </a:r>
        </a:p>
      </dgm:t>
    </dgm:pt>
    <dgm:pt modelId="{91F3D263-8654-4453-AFED-D3CF2D1C572E}" type="parTrans" cxnId="{82497967-EDBA-48D2-B2F9-AEDCDDF5277A}">
      <dgm:prSet/>
      <dgm:spPr/>
      <dgm:t>
        <a:bodyPr/>
        <a:lstStyle/>
        <a:p>
          <a:endParaRPr lang="en-US"/>
        </a:p>
      </dgm:t>
    </dgm:pt>
    <dgm:pt modelId="{166B8138-FA61-4032-A7FD-040695AD4A88}" type="sibTrans" cxnId="{82497967-EDBA-48D2-B2F9-AEDCDDF5277A}">
      <dgm:prSet/>
      <dgm:spPr/>
      <dgm:t>
        <a:bodyPr/>
        <a:lstStyle/>
        <a:p>
          <a:endParaRPr lang="en-US"/>
        </a:p>
      </dgm:t>
    </dgm:pt>
    <dgm:pt modelId="{23C77E87-1E34-4E3A-B4EE-858442F35C0A}" type="pres">
      <dgm:prSet presAssocID="{8D50D669-2E49-415C-94C1-7BA9FEDB5262}" presName="diagram" presStyleCnt="0">
        <dgm:presLayoutVars>
          <dgm:dir/>
          <dgm:resizeHandles val="exact"/>
        </dgm:presLayoutVars>
      </dgm:prSet>
      <dgm:spPr/>
    </dgm:pt>
    <dgm:pt modelId="{A8FE0CEB-2414-48C9-8D48-DE691EEB4007}" type="pres">
      <dgm:prSet presAssocID="{6526DE3C-44DA-4A7E-AE0B-BD283ACC7AD2}" presName="node" presStyleLbl="node1" presStyleIdx="0" presStyleCnt="9">
        <dgm:presLayoutVars>
          <dgm:bulletEnabled val="1"/>
        </dgm:presLayoutVars>
      </dgm:prSet>
      <dgm:spPr/>
    </dgm:pt>
    <dgm:pt modelId="{CFD8A34C-B95C-4231-B59D-DA1F3FC6ECF0}" type="pres">
      <dgm:prSet presAssocID="{DA9F5BE1-5B4C-493D-AFF4-95B850538279}" presName="sibTrans" presStyleCnt="0"/>
      <dgm:spPr/>
    </dgm:pt>
    <dgm:pt modelId="{FC0B7D8A-15F3-4DF7-8B1C-4B65D919459C}" type="pres">
      <dgm:prSet presAssocID="{F2F6B1D1-3A3F-417D-BC6D-5A3E201551BD}" presName="node" presStyleLbl="node1" presStyleIdx="1" presStyleCnt="9">
        <dgm:presLayoutVars>
          <dgm:bulletEnabled val="1"/>
        </dgm:presLayoutVars>
      </dgm:prSet>
      <dgm:spPr/>
    </dgm:pt>
    <dgm:pt modelId="{D14F35D4-D96E-4A45-8DBE-23E5A6CDDDF5}" type="pres">
      <dgm:prSet presAssocID="{E90692DC-A67F-4581-B38B-AC76316360C9}" presName="sibTrans" presStyleCnt="0"/>
      <dgm:spPr/>
    </dgm:pt>
    <dgm:pt modelId="{24EC075F-F6B2-4FA3-9758-534E25D8FE73}" type="pres">
      <dgm:prSet presAssocID="{7E1B6802-08F0-4C68-A567-2EE4ABBC7C9F}" presName="node" presStyleLbl="node1" presStyleIdx="2" presStyleCnt="9">
        <dgm:presLayoutVars>
          <dgm:bulletEnabled val="1"/>
        </dgm:presLayoutVars>
      </dgm:prSet>
      <dgm:spPr/>
    </dgm:pt>
    <dgm:pt modelId="{85C8D458-0120-4EEE-93CC-8C65660BF1B1}" type="pres">
      <dgm:prSet presAssocID="{56FC1CB8-F288-4B19-B875-FB817984821C}" presName="sibTrans" presStyleCnt="0"/>
      <dgm:spPr/>
    </dgm:pt>
    <dgm:pt modelId="{3E41A082-A28A-4096-B08D-8A5FA6DB6457}" type="pres">
      <dgm:prSet presAssocID="{5DDD27FF-3D03-493C-91BF-BF9D4BAF5B3D}" presName="node" presStyleLbl="node1" presStyleIdx="3" presStyleCnt="9">
        <dgm:presLayoutVars>
          <dgm:bulletEnabled val="1"/>
        </dgm:presLayoutVars>
      </dgm:prSet>
      <dgm:spPr/>
    </dgm:pt>
    <dgm:pt modelId="{BF7BA168-5D80-401A-8CAF-223B0ACBF71E}" type="pres">
      <dgm:prSet presAssocID="{DCCCDD70-D33E-4E2D-9D3B-41EF725A5B8D}" presName="sibTrans" presStyleCnt="0"/>
      <dgm:spPr/>
    </dgm:pt>
    <dgm:pt modelId="{A7158C1B-201E-4078-BE5B-4B1714A7C028}" type="pres">
      <dgm:prSet presAssocID="{C149862A-03A6-499A-8531-5079C67ACEF0}" presName="node" presStyleLbl="node1" presStyleIdx="4" presStyleCnt="9">
        <dgm:presLayoutVars>
          <dgm:bulletEnabled val="1"/>
        </dgm:presLayoutVars>
      </dgm:prSet>
      <dgm:spPr/>
    </dgm:pt>
    <dgm:pt modelId="{89C20130-CB36-4CDE-A6D2-CDC9941017E7}" type="pres">
      <dgm:prSet presAssocID="{FD1BACA1-7143-4137-B8A0-874366963655}" presName="sibTrans" presStyleCnt="0"/>
      <dgm:spPr/>
    </dgm:pt>
    <dgm:pt modelId="{6F1E9A57-0122-487A-97AB-66FF5EBAFF75}" type="pres">
      <dgm:prSet presAssocID="{E5E7A876-042D-4FEB-B1AD-9965E8B75200}" presName="node" presStyleLbl="node1" presStyleIdx="5" presStyleCnt="9">
        <dgm:presLayoutVars>
          <dgm:bulletEnabled val="1"/>
        </dgm:presLayoutVars>
      </dgm:prSet>
      <dgm:spPr/>
    </dgm:pt>
    <dgm:pt modelId="{780E14F1-F8F7-46B8-8783-96B97A086B13}" type="pres">
      <dgm:prSet presAssocID="{031E5673-2D22-4E1F-B188-338F56D241A1}" presName="sibTrans" presStyleCnt="0"/>
      <dgm:spPr/>
    </dgm:pt>
    <dgm:pt modelId="{22DE3BE3-7450-489A-A737-5BAEA3F01374}" type="pres">
      <dgm:prSet presAssocID="{D9490DB5-042D-4E9E-977C-6ECCC4304E98}" presName="node" presStyleLbl="node1" presStyleIdx="6" presStyleCnt="9">
        <dgm:presLayoutVars>
          <dgm:bulletEnabled val="1"/>
        </dgm:presLayoutVars>
      </dgm:prSet>
      <dgm:spPr/>
    </dgm:pt>
    <dgm:pt modelId="{8E672F18-CED1-4B3C-8C2A-57DE1853A1E9}" type="pres">
      <dgm:prSet presAssocID="{E6DDAC5F-A8D3-4618-8682-D4594EB216DD}" presName="sibTrans" presStyleCnt="0"/>
      <dgm:spPr/>
    </dgm:pt>
    <dgm:pt modelId="{4DE2DBFC-AF67-4114-A184-6A5B295F883B}" type="pres">
      <dgm:prSet presAssocID="{93E89461-AF55-4A6E-92AE-CFFED8A42D9B}" presName="node" presStyleLbl="node1" presStyleIdx="7" presStyleCnt="9">
        <dgm:presLayoutVars>
          <dgm:bulletEnabled val="1"/>
        </dgm:presLayoutVars>
      </dgm:prSet>
      <dgm:spPr/>
    </dgm:pt>
    <dgm:pt modelId="{23F3CDCC-8161-4582-8827-787E69BF58DE}" type="pres">
      <dgm:prSet presAssocID="{388D54EC-82C0-4A57-B405-D5769E209AFB}" presName="sibTrans" presStyleCnt="0"/>
      <dgm:spPr/>
    </dgm:pt>
    <dgm:pt modelId="{87F3E805-0421-4E43-B908-6D6BAEEEE19F}" type="pres">
      <dgm:prSet presAssocID="{61527CF1-6F5C-41C0-8FCC-99B0A9701093}" presName="node" presStyleLbl="node1" presStyleIdx="8" presStyleCnt="9">
        <dgm:presLayoutVars>
          <dgm:bulletEnabled val="1"/>
        </dgm:presLayoutVars>
      </dgm:prSet>
      <dgm:spPr/>
    </dgm:pt>
  </dgm:ptLst>
  <dgm:cxnLst>
    <dgm:cxn modelId="{B45C6B13-C3DE-4FEA-B568-B5B3E46BD33C}" type="presOf" srcId="{6526DE3C-44DA-4A7E-AE0B-BD283ACC7AD2}" destId="{A8FE0CEB-2414-48C9-8D48-DE691EEB4007}" srcOrd="0" destOrd="0" presId="urn:microsoft.com/office/officeart/2005/8/layout/default"/>
    <dgm:cxn modelId="{BAD13324-B36E-4ED3-AEED-345B923127BF}" srcId="{8D50D669-2E49-415C-94C1-7BA9FEDB5262}" destId="{6526DE3C-44DA-4A7E-AE0B-BD283ACC7AD2}" srcOrd="0" destOrd="0" parTransId="{077C14CA-E11D-4D9A-ACC3-E894B94996B2}" sibTransId="{DA9F5BE1-5B4C-493D-AFF4-95B850538279}"/>
    <dgm:cxn modelId="{95EF8431-2C1C-47A7-82CD-F2A3BB2337AE}" type="presOf" srcId="{8D50D669-2E49-415C-94C1-7BA9FEDB5262}" destId="{23C77E87-1E34-4E3A-B4EE-858442F35C0A}" srcOrd="0" destOrd="0" presId="urn:microsoft.com/office/officeart/2005/8/layout/default"/>
    <dgm:cxn modelId="{C8CA6D5B-AE5F-4610-B17D-AA05A439C17F}" srcId="{8D50D669-2E49-415C-94C1-7BA9FEDB5262}" destId="{5DDD27FF-3D03-493C-91BF-BF9D4BAF5B3D}" srcOrd="3" destOrd="0" parTransId="{9C0F6495-E52C-4FF3-AEB5-EE0D6A9B381B}" sibTransId="{DCCCDD70-D33E-4E2D-9D3B-41EF725A5B8D}"/>
    <dgm:cxn modelId="{C72C6944-C3B7-48EE-9FDD-38D3394960BE}" type="presOf" srcId="{F2F6B1D1-3A3F-417D-BC6D-5A3E201551BD}" destId="{FC0B7D8A-15F3-4DF7-8B1C-4B65D919459C}" srcOrd="0" destOrd="0" presId="urn:microsoft.com/office/officeart/2005/8/layout/default"/>
    <dgm:cxn modelId="{0A8F0646-1C6D-4AD4-BE6D-D0E0A3ADDB0B}" srcId="{8D50D669-2E49-415C-94C1-7BA9FEDB5262}" destId="{93E89461-AF55-4A6E-92AE-CFFED8A42D9B}" srcOrd="7" destOrd="0" parTransId="{55222FDE-F5A6-490B-A867-E8F5E98B8F9B}" sibTransId="{388D54EC-82C0-4A57-B405-D5769E209AFB}"/>
    <dgm:cxn modelId="{82497967-EDBA-48D2-B2F9-AEDCDDF5277A}" srcId="{8D50D669-2E49-415C-94C1-7BA9FEDB5262}" destId="{61527CF1-6F5C-41C0-8FCC-99B0A9701093}" srcOrd="8" destOrd="0" parTransId="{91F3D263-8654-4453-AFED-D3CF2D1C572E}" sibTransId="{166B8138-FA61-4032-A7FD-040695AD4A88}"/>
    <dgm:cxn modelId="{B916104F-47F2-487A-B1F8-DE5E89BBF385}" type="presOf" srcId="{C149862A-03A6-499A-8531-5079C67ACEF0}" destId="{A7158C1B-201E-4078-BE5B-4B1714A7C028}" srcOrd="0" destOrd="0" presId="urn:microsoft.com/office/officeart/2005/8/layout/default"/>
    <dgm:cxn modelId="{C659D172-CB0D-4837-8E37-824EEA6BAD1C}" srcId="{8D50D669-2E49-415C-94C1-7BA9FEDB5262}" destId="{F2F6B1D1-3A3F-417D-BC6D-5A3E201551BD}" srcOrd="1" destOrd="0" parTransId="{7684E04D-20CC-45BF-A514-1A42657ADC4D}" sibTransId="{E90692DC-A67F-4581-B38B-AC76316360C9}"/>
    <dgm:cxn modelId="{294C8977-D06E-48CD-9351-92AA8A4FF6D4}" srcId="{8D50D669-2E49-415C-94C1-7BA9FEDB5262}" destId="{E5E7A876-042D-4FEB-B1AD-9965E8B75200}" srcOrd="5" destOrd="0" parTransId="{23769A28-8D30-45ED-A97D-8F639AD8320C}" sibTransId="{031E5673-2D22-4E1F-B188-338F56D241A1}"/>
    <dgm:cxn modelId="{D12EE059-8F89-47DE-BEC7-D539EB1B6C30}" srcId="{8D50D669-2E49-415C-94C1-7BA9FEDB5262}" destId="{C149862A-03A6-499A-8531-5079C67ACEF0}" srcOrd="4" destOrd="0" parTransId="{A0083719-469D-48A6-84EC-F6BF117674AD}" sibTransId="{FD1BACA1-7143-4137-B8A0-874366963655}"/>
    <dgm:cxn modelId="{5D877C97-E495-4332-94C6-EC1C6DAD60D9}" type="presOf" srcId="{7E1B6802-08F0-4C68-A567-2EE4ABBC7C9F}" destId="{24EC075F-F6B2-4FA3-9758-534E25D8FE73}" srcOrd="0" destOrd="0" presId="urn:microsoft.com/office/officeart/2005/8/layout/default"/>
    <dgm:cxn modelId="{75BDEC98-E97A-4A5B-98A5-134251A0A490}" type="presOf" srcId="{E5E7A876-042D-4FEB-B1AD-9965E8B75200}" destId="{6F1E9A57-0122-487A-97AB-66FF5EBAFF75}" srcOrd="0" destOrd="0" presId="urn:microsoft.com/office/officeart/2005/8/layout/default"/>
    <dgm:cxn modelId="{7CFCFEA6-2421-47AA-ACF5-C006A39E990E}" type="presOf" srcId="{5DDD27FF-3D03-493C-91BF-BF9D4BAF5B3D}" destId="{3E41A082-A28A-4096-B08D-8A5FA6DB6457}" srcOrd="0" destOrd="0" presId="urn:microsoft.com/office/officeart/2005/8/layout/default"/>
    <dgm:cxn modelId="{C0C063C5-CA3D-4C2F-A282-B10A467531BD}" srcId="{8D50D669-2E49-415C-94C1-7BA9FEDB5262}" destId="{7E1B6802-08F0-4C68-A567-2EE4ABBC7C9F}" srcOrd="2" destOrd="0" parTransId="{688AA018-E37A-4EC6-9EC6-57B34836C525}" sibTransId="{56FC1CB8-F288-4B19-B875-FB817984821C}"/>
    <dgm:cxn modelId="{1228C1D4-4E03-4F57-8AF3-411A13C620E1}" srcId="{8D50D669-2E49-415C-94C1-7BA9FEDB5262}" destId="{D9490DB5-042D-4E9E-977C-6ECCC4304E98}" srcOrd="6" destOrd="0" parTransId="{8023AA9E-3F36-4C38-B336-02B93A350580}" sibTransId="{E6DDAC5F-A8D3-4618-8682-D4594EB216DD}"/>
    <dgm:cxn modelId="{8A066CE5-9D1D-490C-AEE4-B2DBE30F990F}" type="presOf" srcId="{93E89461-AF55-4A6E-92AE-CFFED8A42D9B}" destId="{4DE2DBFC-AF67-4114-A184-6A5B295F883B}" srcOrd="0" destOrd="0" presId="urn:microsoft.com/office/officeart/2005/8/layout/default"/>
    <dgm:cxn modelId="{278E10E7-8031-4731-A482-B9C4E7F264BF}" type="presOf" srcId="{D9490DB5-042D-4E9E-977C-6ECCC4304E98}" destId="{22DE3BE3-7450-489A-A737-5BAEA3F01374}" srcOrd="0" destOrd="0" presId="urn:microsoft.com/office/officeart/2005/8/layout/default"/>
    <dgm:cxn modelId="{2A0E16EC-2E42-451A-B6FB-3625BF35AB58}" type="presOf" srcId="{61527CF1-6F5C-41C0-8FCC-99B0A9701093}" destId="{87F3E805-0421-4E43-B908-6D6BAEEEE19F}" srcOrd="0" destOrd="0" presId="urn:microsoft.com/office/officeart/2005/8/layout/default"/>
    <dgm:cxn modelId="{E039C637-27F2-4FDC-A9C1-689F3EAE4A06}" type="presParOf" srcId="{23C77E87-1E34-4E3A-B4EE-858442F35C0A}" destId="{A8FE0CEB-2414-48C9-8D48-DE691EEB4007}" srcOrd="0" destOrd="0" presId="urn:microsoft.com/office/officeart/2005/8/layout/default"/>
    <dgm:cxn modelId="{24D50ABA-A83E-4EEF-B5FB-CF4E39F112B6}" type="presParOf" srcId="{23C77E87-1E34-4E3A-B4EE-858442F35C0A}" destId="{CFD8A34C-B95C-4231-B59D-DA1F3FC6ECF0}" srcOrd="1" destOrd="0" presId="urn:microsoft.com/office/officeart/2005/8/layout/default"/>
    <dgm:cxn modelId="{61F6BA47-5FF9-48BE-B4F9-974BD90496CA}" type="presParOf" srcId="{23C77E87-1E34-4E3A-B4EE-858442F35C0A}" destId="{FC0B7D8A-15F3-4DF7-8B1C-4B65D919459C}" srcOrd="2" destOrd="0" presId="urn:microsoft.com/office/officeart/2005/8/layout/default"/>
    <dgm:cxn modelId="{2253DF8B-5B86-49F2-8283-F4203843C11C}" type="presParOf" srcId="{23C77E87-1E34-4E3A-B4EE-858442F35C0A}" destId="{D14F35D4-D96E-4A45-8DBE-23E5A6CDDDF5}" srcOrd="3" destOrd="0" presId="urn:microsoft.com/office/officeart/2005/8/layout/default"/>
    <dgm:cxn modelId="{D091C943-278A-4864-AC8E-6C8BA31976C3}" type="presParOf" srcId="{23C77E87-1E34-4E3A-B4EE-858442F35C0A}" destId="{24EC075F-F6B2-4FA3-9758-534E25D8FE73}" srcOrd="4" destOrd="0" presId="urn:microsoft.com/office/officeart/2005/8/layout/default"/>
    <dgm:cxn modelId="{03183AF4-2431-4095-9AE9-7B08BFA2FC47}" type="presParOf" srcId="{23C77E87-1E34-4E3A-B4EE-858442F35C0A}" destId="{85C8D458-0120-4EEE-93CC-8C65660BF1B1}" srcOrd="5" destOrd="0" presId="urn:microsoft.com/office/officeart/2005/8/layout/default"/>
    <dgm:cxn modelId="{69CE77BC-6F37-4B49-AB8A-C79EFC19AEC1}" type="presParOf" srcId="{23C77E87-1E34-4E3A-B4EE-858442F35C0A}" destId="{3E41A082-A28A-4096-B08D-8A5FA6DB6457}" srcOrd="6" destOrd="0" presId="urn:microsoft.com/office/officeart/2005/8/layout/default"/>
    <dgm:cxn modelId="{A222ADA0-94E9-479D-B85B-7A10B3A7D777}" type="presParOf" srcId="{23C77E87-1E34-4E3A-B4EE-858442F35C0A}" destId="{BF7BA168-5D80-401A-8CAF-223B0ACBF71E}" srcOrd="7" destOrd="0" presId="urn:microsoft.com/office/officeart/2005/8/layout/default"/>
    <dgm:cxn modelId="{46460463-83FC-4B17-A91E-C5AFB8654913}" type="presParOf" srcId="{23C77E87-1E34-4E3A-B4EE-858442F35C0A}" destId="{A7158C1B-201E-4078-BE5B-4B1714A7C028}" srcOrd="8" destOrd="0" presId="urn:microsoft.com/office/officeart/2005/8/layout/default"/>
    <dgm:cxn modelId="{65AA46FC-BBBC-4163-BEDF-7884CD6E852A}" type="presParOf" srcId="{23C77E87-1E34-4E3A-B4EE-858442F35C0A}" destId="{89C20130-CB36-4CDE-A6D2-CDC9941017E7}" srcOrd="9" destOrd="0" presId="urn:microsoft.com/office/officeart/2005/8/layout/default"/>
    <dgm:cxn modelId="{99ACB64E-631A-4376-86C2-ED2A91B2E574}" type="presParOf" srcId="{23C77E87-1E34-4E3A-B4EE-858442F35C0A}" destId="{6F1E9A57-0122-487A-97AB-66FF5EBAFF75}" srcOrd="10" destOrd="0" presId="urn:microsoft.com/office/officeart/2005/8/layout/default"/>
    <dgm:cxn modelId="{E30D3299-5AEC-4F51-906E-536A7DD499F7}" type="presParOf" srcId="{23C77E87-1E34-4E3A-B4EE-858442F35C0A}" destId="{780E14F1-F8F7-46B8-8783-96B97A086B13}" srcOrd="11" destOrd="0" presId="urn:microsoft.com/office/officeart/2005/8/layout/default"/>
    <dgm:cxn modelId="{A66CB157-E1D6-4BAC-8B5A-BB83934C76AD}" type="presParOf" srcId="{23C77E87-1E34-4E3A-B4EE-858442F35C0A}" destId="{22DE3BE3-7450-489A-A737-5BAEA3F01374}" srcOrd="12" destOrd="0" presId="urn:microsoft.com/office/officeart/2005/8/layout/default"/>
    <dgm:cxn modelId="{70283499-FC1C-4334-A4C5-EED38C598425}" type="presParOf" srcId="{23C77E87-1E34-4E3A-B4EE-858442F35C0A}" destId="{8E672F18-CED1-4B3C-8C2A-57DE1853A1E9}" srcOrd="13" destOrd="0" presId="urn:microsoft.com/office/officeart/2005/8/layout/default"/>
    <dgm:cxn modelId="{30CA8CA7-DA9E-461A-94CC-D513A6534D1D}" type="presParOf" srcId="{23C77E87-1E34-4E3A-B4EE-858442F35C0A}" destId="{4DE2DBFC-AF67-4114-A184-6A5B295F883B}" srcOrd="14" destOrd="0" presId="urn:microsoft.com/office/officeart/2005/8/layout/default"/>
    <dgm:cxn modelId="{5BC2A80A-F65C-417E-BF23-97F9DC3B983D}" type="presParOf" srcId="{23C77E87-1E34-4E3A-B4EE-858442F35C0A}" destId="{23F3CDCC-8161-4582-8827-787E69BF58DE}" srcOrd="15" destOrd="0" presId="urn:microsoft.com/office/officeart/2005/8/layout/default"/>
    <dgm:cxn modelId="{36DD5BE2-8A70-4A4F-9158-42FD8B0FE2AD}" type="presParOf" srcId="{23C77E87-1E34-4E3A-B4EE-858442F35C0A}" destId="{87F3E805-0421-4E43-B908-6D6BAEEEE19F}" srcOrd="16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B7111E6-9495-4BFB-AA4C-5F2D63827EED}" type="doc">
      <dgm:prSet loTypeId="urn:microsoft.com/office/officeart/2005/8/layout/cycle1" loCatId="cycle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F40EDBEE-54D9-4F64-9694-5A0B4057F4E3}">
      <dgm:prSet/>
      <dgm:spPr/>
      <dgm:t>
        <a:bodyPr/>
        <a:lstStyle/>
        <a:p>
          <a:r>
            <a:rPr lang="en-US"/>
            <a:t>Completed:</a:t>
          </a:r>
        </a:p>
      </dgm:t>
    </dgm:pt>
    <dgm:pt modelId="{A51DA7C1-897A-488F-8837-D94C71DCD9B0}" type="parTrans" cxnId="{61357900-BC6C-4C21-BBC3-4688CCB667DD}">
      <dgm:prSet/>
      <dgm:spPr/>
      <dgm:t>
        <a:bodyPr/>
        <a:lstStyle/>
        <a:p>
          <a:endParaRPr lang="en-US"/>
        </a:p>
      </dgm:t>
    </dgm:pt>
    <dgm:pt modelId="{50B13B66-A731-49FF-9B49-0260D792A747}" type="sibTrans" cxnId="{61357900-BC6C-4C21-BBC3-4688CCB667DD}">
      <dgm:prSet/>
      <dgm:spPr/>
      <dgm:t>
        <a:bodyPr/>
        <a:lstStyle/>
        <a:p>
          <a:endParaRPr lang="en-US"/>
        </a:p>
      </dgm:t>
    </dgm:pt>
    <dgm:pt modelId="{1BE540C3-1A84-4408-900E-C5C2A1FE9405}">
      <dgm:prSet/>
      <dgm:spPr/>
      <dgm:t>
        <a:bodyPr/>
        <a:lstStyle/>
        <a:p>
          <a:r>
            <a:rPr lang="en-US"/>
            <a:t>• Layout built</a:t>
          </a:r>
        </a:p>
      </dgm:t>
    </dgm:pt>
    <dgm:pt modelId="{A92F0AD6-D082-4121-971F-AEABAB7F0116}" type="parTrans" cxnId="{C2AC842F-9E23-4DE9-91E7-DB74AA9DD8B7}">
      <dgm:prSet/>
      <dgm:spPr/>
      <dgm:t>
        <a:bodyPr/>
        <a:lstStyle/>
        <a:p>
          <a:endParaRPr lang="en-US"/>
        </a:p>
      </dgm:t>
    </dgm:pt>
    <dgm:pt modelId="{ED555B5D-F05A-4CAB-9312-F2781CFC3C04}" type="sibTrans" cxnId="{C2AC842F-9E23-4DE9-91E7-DB74AA9DD8B7}">
      <dgm:prSet/>
      <dgm:spPr/>
      <dgm:t>
        <a:bodyPr/>
        <a:lstStyle/>
        <a:p>
          <a:endParaRPr lang="en-US"/>
        </a:p>
      </dgm:t>
    </dgm:pt>
    <dgm:pt modelId="{28A775F1-E735-4DEC-A2AF-A0140A7B6C35}">
      <dgm:prSet/>
      <dgm:spPr/>
      <dgm:t>
        <a:bodyPr/>
        <a:lstStyle/>
        <a:p>
          <a:r>
            <a:rPr lang="en-US"/>
            <a:t>• CSS &amp; responsive design</a:t>
          </a:r>
        </a:p>
      </dgm:t>
    </dgm:pt>
    <dgm:pt modelId="{E083A937-E5C2-4749-A736-475CD36FF956}" type="parTrans" cxnId="{4F724050-C98D-47B7-9E1C-AB112AF05CD8}">
      <dgm:prSet/>
      <dgm:spPr/>
      <dgm:t>
        <a:bodyPr/>
        <a:lstStyle/>
        <a:p>
          <a:endParaRPr lang="en-US"/>
        </a:p>
      </dgm:t>
    </dgm:pt>
    <dgm:pt modelId="{37F60F76-9D00-4AF1-9896-48CC22D6BF2E}" type="sibTrans" cxnId="{4F724050-C98D-47B7-9E1C-AB112AF05CD8}">
      <dgm:prSet/>
      <dgm:spPr/>
      <dgm:t>
        <a:bodyPr/>
        <a:lstStyle/>
        <a:p>
          <a:endParaRPr lang="en-US"/>
        </a:p>
      </dgm:t>
    </dgm:pt>
    <dgm:pt modelId="{EFFF3DC0-AC04-4150-B965-9D7400C056F0}">
      <dgm:prSet/>
      <dgm:spPr/>
      <dgm:t>
        <a:bodyPr/>
        <a:lstStyle/>
        <a:p>
          <a:r>
            <a:rPr lang="en-US"/>
            <a:t>• API connected</a:t>
          </a:r>
        </a:p>
      </dgm:t>
    </dgm:pt>
    <dgm:pt modelId="{BFA4F911-46E1-4E36-832F-39469AC8F2DF}" type="parTrans" cxnId="{1968866D-83D1-4B93-A782-31EE97DC4D16}">
      <dgm:prSet/>
      <dgm:spPr/>
      <dgm:t>
        <a:bodyPr/>
        <a:lstStyle/>
        <a:p>
          <a:endParaRPr lang="en-US"/>
        </a:p>
      </dgm:t>
    </dgm:pt>
    <dgm:pt modelId="{CCDE1790-01A7-4C6A-ACBE-6EC7BB27CAB7}" type="sibTrans" cxnId="{1968866D-83D1-4B93-A782-31EE97DC4D16}">
      <dgm:prSet/>
      <dgm:spPr/>
      <dgm:t>
        <a:bodyPr/>
        <a:lstStyle/>
        <a:p>
          <a:endParaRPr lang="en-US"/>
        </a:p>
      </dgm:t>
    </dgm:pt>
    <dgm:pt modelId="{438D276C-8FDA-4129-BEAD-7C236CF4E92A}">
      <dgm:prSet/>
      <dgm:spPr/>
      <dgm:t>
        <a:bodyPr/>
        <a:lstStyle/>
        <a:p>
          <a:r>
            <a:rPr lang="en-US"/>
            <a:t>• Dynamic search results</a:t>
          </a:r>
        </a:p>
      </dgm:t>
    </dgm:pt>
    <dgm:pt modelId="{30FB709A-1E31-4FA4-B3EF-A72C2D0CBCC4}" type="parTrans" cxnId="{5E9841BA-24D4-4124-BAC4-DE5B2159D6F6}">
      <dgm:prSet/>
      <dgm:spPr/>
      <dgm:t>
        <a:bodyPr/>
        <a:lstStyle/>
        <a:p>
          <a:endParaRPr lang="en-US"/>
        </a:p>
      </dgm:t>
    </dgm:pt>
    <dgm:pt modelId="{D28F311F-A805-475D-8001-1482689FF88A}" type="sibTrans" cxnId="{5E9841BA-24D4-4124-BAC4-DE5B2159D6F6}">
      <dgm:prSet/>
      <dgm:spPr/>
      <dgm:t>
        <a:bodyPr/>
        <a:lstStyle/>
        <a:p>
          <a:endParaRPr lang="en-US"/>
        </a:p>
      </dgm:t>
    </dgm:pt>
    <dgm:pt modelId="{FAEC2521-1845-40F2-8442-57D3C9F213F1}">
      <dgm:prSet/>
      <dgm:spPr/>
      <dgm:t>
        <a:bodyPr/>
        <a:lstStyle/>
        <a:p>
          <a:r>
            <a:rPr lang="en-US"/>
            <a:t>• Details page finished</a:t>
          </a:r>
        </a:p>
      </dgm:t>
    </dgm:pt>
    <dgm:pt modelId="{728A4536-135B-4EA8-AF20-D81B3C7D6059}" type="parTrans" cxnId="{20550538-61AF-489F-8F6D-87D6E2E2B0EE}">
      <dgm:prSet/>
      <dgm:spPr/>
      <dgm:t>
        <a:bodyPr/>
        <a:lstStyle/>
        <a:p>
          <a:endParaRPr lang="en-US"/>
        </a:p>
      </dgm:t>
    </dgm:pt>
    <dgm:pt modelId="{E32495C0-E985-41C9-AD29-3AC66FB8FB79}" type="sibTrans" cxnId="{20550538-61AF-489F-8F6D-87D6E2E2B0EE}">
      <dgm:prSet/>
      <dgm:spPr/>
      <dgm:t>
        <a:bodyPr/>
        <a:lstStyle/>
        <a:p>
          <a:endParaRPr lang="en-US"/>
        </a:p>
      </dgm:t>
    </dgm:pt>
    <dgm:pt modelId="{49D66F56-46F8-413A-B3AF-3E040FCEDF2A}">
      <dgm:prSet/>
      <dgm:spPr/>
      <dgm:t>
        <a:bodyPr/>
        <a:lstStyle/>
        <a:p>
          <a:r>
            <a:rPr lang="en-US"/>
            <a:t>• Placeholder images</a:t>
          </a:r>
        </a:p>
      </dgm:t>
    </dgm:pt>
    <dgm:pt modelId="{9D4EC0F4-8629-40A8-893E-5FFDEC7A5C94}" type="parTrans" cxnId="{AB3229EE-5EFF-4FCB-A07F-72FDA18869F4}">
      <dgm:prSet/>
      <dgm:spPr/>
      <dgm:t>
        <a:bodyPr/>
        <a:lstStyle/>
        <a:p>
          <a:endParaRPr lang="en-US"/>
        </a:p>
      </dgm:t>
    </dgm:pt>
    <dgm:pt modelId="{C4EF5FD7-8B16-49E6-9998-C51BB7676434}" type="sibTrans" cxnId="{AB3229EE-5EFF-4FCB-A07F-72FDA18869F4}">
      <dgm:prSet/>
      <dgm:spPr/>
      <dgm:t>
        <a:bodyPr/>
        <a:lstStyle/>
        <a:p>
          <a:endParaRPr lang="en-US"/>
        </a:p>
      </dgm:t>
    </dgm:pt>
    <dgm:pt modelId="{A883CCB9-1531-4865-9ED3-AD351D2D7C4C}">
      <dgm:prSet/>
      <dgm:spPr/>
      <dgm:t>
        <a:bodyPr/>
        <a:lstStyle/>
        <a:p>
          <a:r>
            <a:rPr lang="en-US"/>
            <a:t>• UI polish</a:t>
          </a:r>
        </a:p>
      </dgm:t>
    </dgm:pt>
    <dgm:pt modelId="{E1364876-47AA-45AE-9EDE-BF63B0E50CBD}" type="parTrans" cxnId="{B2CFBBD5-234A-4DF1-877A-9DB738F8AE35}">
      <dgm:prSet/>
      <dgm:spPr/>
      <dgm:t>
        <a:bodyPr/>
        <a:lstStyle/>
        <a:p>
          <a:endParaRPr lang="en-US"/>
        </a:p>
      </dgm:t>
    </dgm:pt>
    <dgm:pt modelId="{06416986-3FD9-4E84-89D0-070EBE255830}" type="sibTrans" cxnId="{B2CFBBD5-234A-4DF1-877A-9DB738F8AE35}">
      <dgm:prSet/>
      <dgm:spPr/>
      <dgm:t>
        <a:bodyPr/>
        <a:lstStyle/>
        <a:p>
          <a:endParaRPr lang="en-US"/>
        </a:p>
      </dgm:t>
    </dgm:pt>
    <dgm:pt modelId="{60EF34A7-4C3E-468C-88FB-08ACEC6557FC}">
      <dgm:prSet/>
      <dgm:spPr/>
      <dgm:t>
        <a:bodyPr/>
        <a:lstStyle/>
        <a:p>
          <a:r>
            <a:rPr lang="en-US"/>
            <a:t>Status: Fully functional prototype.</a:t>
          </a:r>
        </a:p>
      </dgm:t>
    </dgm:pt>
    <dgm:pt modelId="{7538D1C9-FE1E-4373-A88F-AAF8CA4A3E46}" type="parTrans" cxnId="{FA0FF901-2855-4DCE-8057-357F165F022A}">
      <dgm:prSet/>
      <dgm:spPr/>
      <dgm:t>
        <a:bodyPr/>
        <a:lstStyle/>
        <a:p>
          <a:endParaRPr lang="en-US"/>
        </a:p>
      </dgm:t>
    </dgm:pt>
    <dgm:pt modelId="{A2CC25D2-DE1C-4B11-9237-461BA68565B0}" type="sibTrans" cxnId="{FA0FF901-2855-4DCE-8057-357F165F022A}">
      <dgm:prSet/>
      <dgm:spPr/>
      <dgm:t>
        <a:bodyPr/>
        <a:lstStyle/>
        <a:p>
          <a:endParaRPr lang="en-US"/>
        </a:p>
      </dgm:t>
    </dgm:pt>
    <dgm:pt modelId="{465A99CB-4AB7-4583-9A25-04B59D7FB830}" type="pres">
      <dgm:prSet presAssocID="{2B7111E6-9495-4BFB-AA4C-5F2D63827EED}" presName="cycle" presStyleCnt="0">
        <dgm:presLayoutVars>
          <dgm:dir/>
          <dgm:resizeHandles val="exact"/>
        </dgm:presLayoutVars>
      </dgm:prSet>
      <dgm:spPr/>
    </dgm:pt>
    <dgm:pt modelId="{8F70814F-4EB7-4A85-97B8-9CA941825D5A}" type="pres">
      <dgm:prSet presAssocID="{F40EDBEE-54D9-4F64-9694-5A0B4057F4E3}" presName="dummy" presStyleCnt="0"/>
      <dgm:spPr/>
    </dgm:pt>
    <dgm:pt modelId="{9E13BEE5-8F21-4D50-BC35-6C9083D3393F}" type="pres">
      <dgm:prSet presAssocID="{F40EDBEE-54D9-4F64-9694-5A0B4057F4E3}" presName="node" presStyleLbl="revTx" presStyleIdx="0" presStyleCnt="9">
        <dgm:presLayoutVars>
          <dgm:bulletEnabled val="1"/>
        </dgm:presLayoutVars>
      </dgm:prSet>
      <dgm:spPr/>
    </dgm:pt>
    <dgm:pt modelId="{66B6EC65-78AB-4AD3-921E-B246B25065E0}" type="pres">
      <dgm:prSet presAssocID="{50B13B66-A731-49FF-9B49-0260D792A747}" presName="sibTrans" presStyleLbl="node1" presStyleIdx="0" presStyleCnt="9"/>
      <dgm:spPr/>
    </dgm:pt>
    <dgm:pt modelId="{2BDE6789-3483-4B87-85A4-29EA7E68658F}" type="pres">
      <dgm:prSet presAssocID="{1BE540C3-1A84-4408-900E-C5C2A1FE9405}" presName="dummy" presStyleCnt="0"/>
      <dgm:spPr/>
    </dgm:pt>
    <dgm:pt modelId="{53DF3CD7-75E4-4F9B-8B1B-A5D3F8F1BF03}" type="pres">
      <dgm:prSet presAssocID="{1BE540C3-1A84-4408-900E-C5C2A1FE9405}" presName="node" presStyleLbl="revTx" presStyleIdx="1" presStyleCnt="9">
        <dgm:presLayoutVars>
          <dgm:bulletEnabled val="1"/>
        </dgm:presLayoutVars>
      </dgm:prSet>
      <dgm:spPr/>
    </dgm:pt>
    <dgm:pt modelId="{B90AC9F2-A82F-4C8F-A74F-27DBE64CFC22}" type="pres">
      <dgm:prSet presAssocID="{ED555B5D-F05A-4CAB-9312-F2781CFC3C04}" presName="sibTrans" presStyleLbl="node1" presStyleIdx="1" presStyleCnt="9"/>
      <dgm:spPr/>
    </dgm:pt>
    <dgm:pt modelId="{638E7AFF-BE6E-401B-BE14-93DA52EF8703}" type="pres">
      <dgm:prSet presAssocID="{28A775F1-E735-4DEC-A2AF-A0140A7B6C35}" presName="dummy" presStyleCnt="0"/>
      <dgm:spPr/>
    </dgm:pt>
    <dgm:pt modelId="{38DA4AA2-71DF-44DB-98DB-290489F424E8}" type="pres">
      <dgm:prSet presAssocID="{28A775F1-E735-4DEC-A2AF-A0140A7B6C35}" presName="node" presStyleLbl="revTx" presStyleIdx="2" presStyleCnt="9">
        <dgm:presLayoutVars>
          <dgm:bulletEnabled val="1"/>
        </dgm:presLayoutVars>
      </dgm:prSet>
      <dgm:spPr/>
    </dgm:pt>
    <dgm:pt modelId="{1AE98BCC-8FF7-4164-8FED-D5107503F170}" type="pres">
      <dgm:prSet presAssocID="{37F60F76-9D00-4AF1-9896-48CC22D6BF2E}" presName="sibTrans" presStyleLbl="node1" presStyleIdx="2" presStyleCnt="9"/>
      <dgm:spPr/>
    </dgm:pt>
    <dgm:pt modelId="{F631D3F2-4E62-43EF-B8E3-71CFA10CD6F8}" type="pres">
      <dgm:prSet presAssocID="{EFFF3DC0-AC04-4150-B965-9D7400C056F0}" presName="dummy" presStyleCnt="0"/>
      <dgm:spPr/>
    </dgm:pt>
    <dgm:pt modelId="{9C57B454-F464-45C4-AB25-F7B85DBE79A3}" type="pres">
      <dgm:prSet presAssocID="{EFFF3DC0-AC04-4150-B965-9D7400C056F0}" presName="node" presStyleLbl="revTx" presStyleIdx="3" presStyleCnt="9">
        <dgm:presLayoutVars>
          <dgm:bulletEnabled val="1"/>
        </dgm:presLayoutVars>
      </dgm:prSet>
      <dgm:spPr/>
    </dgm:pt>
    <dgm:pt modelId="{31792313-DC8E-4900-B3F4-4F4186EDFDA0}" type="pres">
      <dgm:prSet presAssocID="{CCDE1790-01A7-4C6A-ACBE-6EC7BB27CAB7}" presName="sibTrans" presStyleLbl="node1" presStyleIdx="3" presStyleCnt="9"/>
      <dgm:spPr/>
    </dgm:pt>
    <dgm:pt modelId="{D25FAF98-0535-43D2-96BC-850B4CB90082}" type="pres">
      <dgm:prSet presAssocID="{438D276C-8FDA-4129-BEAD-7C236CF4E92A}" presName="dummy" presStyleCnt="0"/>
      <dgm:spPr/>
    </dgm:pt>
    <dgm:pt modelId="{EE65F1F4-01A3-4A0D-B625-92C8438BC58C}" type="pres">
      <dgm:prSet presAssocID="{438D276C-8FDA-4129-BEAD-7C236CF4E92A}" presName="node" presStyleLbl="revTx" presStyleIdx="4" presStyleCnt="9">
        <dgm:presLayoutVars>
          <dgm:bulletEnabled val="1"/>
        </dgm:presLayoutVars>
      </dgm:prSet>
      <dgm:spPr/>
    </dgm:pt>
    <dgm:pt modelId="{0F54FB3C-E06F-421C-B9CD-36F55884B52C}" type="pres">
      <dgm:prSet presAssocID="{D28F311F-A805-475D-8001-1482689FF88A}" presName="sibTrans" presStyleLbl="node1" presStyleIdx="4" presStyleCnt="9"/>
      <dgm:spPr/>
    </dgm:pt>
    <dgm:pt modelId="{EE9C9F50-337D-41AB-B259-4263AF8A02DF}" type="pres">
      <dgm:prSet presAssocID="{FAEC2521-1845-40F2-8442-57D3C9F213F1}" presName="dummy" presStyleCnt="0"/>
      <dgm:spPr/>
    </dgm:pt>
    <dgm:pt modelId="{E6C23DFC-CD15-40FD-AECD-AC7A80A6FCF7}" type="pres">
      <dgm:prSet presAssocID="{FAEC2521-1845-40F2-8442-57D3C9F213F1}" presName="node" presStyleLbl="revTx" presStyleIdx="5" presStyleCnt="9">
        <dgm:presLayoutVars>
          <dgm:bulletEnabled val="1"/>
        </dgm:presLayoutVars>
      </dgm:prSet>
      <dgm:spPr/>
    </dgm:pt>
    <dgm:pt modelId="{32907B58-213D-42B0-BD0E-62A98E4475AA}" type="pres">
      <dgm:prSet presAssocID="{E32495C0-E985-41C9-AD29-3AC66FB8FB79}" presName="sibTrans" presStyleLbl="node1" presStyleIdx="5" presStyleCnt="9"/>
      <dgm:spPr/>
    </dgm:pt>
    <dgm:pt modelId="{C9C5522E-7523-4F3A-AC66-C3A52B45DB0B}" type="pres">
      <dgm:prSet presAssocID="{49D66F56-46F8-413A-B3AF-3E040FCEDF2A}" presName="dummy" presStyleCnt="0"/>
      <dgm:spPr/>
    </dgm:pt>
    <dgm:pt modelId="{3768A4F1-72EB-4C3D-8DC2-75F2DC310921}" type="pres">
      <dgm:prSet presAssocID="{49D66F56-46F8-413A-B3AF-3E040FCEDF2A}" presName="node" presStyleLbl="revTx" presStyleIdx="6" presStyleCnt="9">
        <dgm:presLayoutVars>
          <dgm:bulletEnabled val="1"/>
        </dgm:presLayoutVars>
      </dgm:prSet>
      <dgm:spPr/>
    </dgm:pt>
    <dgm:pt modelId="{8B0DBD35-44D2-496D-B0F1-79F56E5FB47D}" type="pres">
      <dgm:prSet presAssocID="{C4EF5FD7-8B16-49E6-9998-C51BB7676434}" presName="sibTrans" presStyleLbl="node1" presStyleIdx="6" presStyleCnt="9"/>
      <dgm:spPr/>
    </dgm:pt>
    <dgm:pt modelId="{D7776F5F-57DD-4907-9370-DCD24C7E3B81}" type="pres">
      <dgm:prSet presAssocID="{A883CCB9-1531-4865-9ED3-AD351D2D7C4C}" presName="dummy" presStyleCnt="0"/>
      <dgm:spPr/>
    </dgm:pt>
    <dgm:pt modelId="{A9DEEE73-D394-42E9-B623-8F540E56AB4D}" type="pres">
      <dgm:prSet presAssocID="{A883CCB9-1531-4865-9ED3-AD351D2D7C4C}" presName="node" presStyleLbl="revTx" presStyleIdx="7" presStyleCnt="9">
        <dgm:presLayoutVars>
          <dgm:bulletEnabled val="1"/>
        </dgm:presLayoutVars>
      </dgm:prSet>
      <dgm:spPr/>
    </dgm:pt>
    <dgm:pt modelId="{1A1A9150-D51A-4CBF-832A-57F2EEF28AF2}" type="pres">
      <dgm:prSet presAssocID="{06416986-3FD9-4E84-89D0-070EBE255830}" presName="sibTrans" presStyleLbl="node1" presStyleIdx="7" presStyleCnt="9"/>
      <dgm:spPr/>
    </dgm:pt>
    <dgm:pt modelId="{12998435-E147-4BFC-BAF4-D2BD3F292C81}" type="pres">
      <dgm:prSet presAssocID="{60EF34A7-4C3E-468C-88FB-08ACEC6557FC}" presName="dummy" presStyleCnt="0"/>
      <dgm:spPr/>
    </dgm:pt>
    <dgm:pt modelId="{EF62B844-15FF-4652-9226-FC562335B15D}" type="pres">
      <dgm:prSet presAssocID="{60EF34A7-4C3E-468C-88FB-08ACEC6557FC}" presName="node" presStyleLbl="revTx" presStyleIdx="8" presStyleCnt="9">
        <dgm:presLayoutVars>
          <dgm:bulletEnabled val="1"/>
        </dgm:presLayoutVars>
      </dgm:prSet>
      <dgm:spPr/>
    </dgm:pt>
    <dgm:pt modelId="{4038A086-8FC7-4363-926D-05895A355091}" type="pres">
      <dgm:prSet presAssocID="{A2CC25D2-DE1C-4B11-9237-461BA68565B0}" presName="sibTrans" presStyleLbl="node1" presStyleIdx="8" presStyleCnt="9"/>
      <dgm:spPr/>
    </dgm:pt>
  </dgm:ptLst>
  <dgm:cxnLst>
    <dgm:cxn modelId="{61357900-BC6C-4C21-BBC3-4688CCB667DD}" srcId="{2B7111E6-9495-4BFB-AA4C-5F2D63827EED}" destId="{F40EDBEE-54D9-4F64-9694-5A0B4057F4E3}" srcOrd="0" destOrd="0" parTransId="{A51DA7C1-897A-488F-8837-D94C71DCD9B0}" sibTransId="{50B13B66-A731-49FF-9B49-0260D792A747}"/>
    <dgm:cxn modelId="{FA0FF901-2855-4DCE-8057-357F165F022A}" srcId="{2B7111E6-9495-4BFB-AA4C-5F2D63827EED}" destId="{60EF34A7-4C3E-468C-88FB-08ACEC6557FC}" srcOrd="8" destOrd="0" parTransId="{7538D1C9-FE1E-4373-A88F-AAF8CA4A3E46}" sibTransId="{A2CC25D2-DE1C-4B11-9237-461BA68565B0}"/>
    <dgm:cxn modelId="{3D1C6715-B854-4DA4-AF65-E53FEFD0556C}" type="presOf" srcId="{2B7111E6-9495-4BFB-AA4C-5F2D63827EED}" destId="{465A99CB-4AB7-4583-9A25-04B59D7FB830}" srcOrd="0" destOrd="0" presId="urn:microsoft.com/office/officeart/2005/8/layout/cycle1"/>
    <dgm:cxn modelId="{C2AC842F-9E23-4DE9-91E7-DB74AA9DD8B7}" srcId="{2B7111E6-9495-4BFB-AA4C-5F2D63827EED}" destId="{1BE540C3-1A84-4408-900E-C5C2A1FE9405}" srcOrd="1" destOrd="0" parTransId="{A92F0AD6-D082-4121-971F-AEABAB7F0116}" sibTransId="{ED555B5D-F05A-4CAB-9312-F2781CFC3C04}"/>
    <dgm:cxn modelId="{B6CE6036-F99A-4070-A48D-8C8D7525C212}" type="presOf" srcId="{EFFF3DC0-AC04-4150-B965-9D7400C056F0}" destId="{9C57B454-F464-45C4-AB25-F7B85DBE79A3}" srcOrd="0" destOrd="0" presId="urn:microsoft.com/office/officeart/2005/8/layout/cycle1"/>
    <dgm:cxn modelId="{ADF04737-E28E-45C0-BE35-1272BDB7F778}" type="presOf" srcId="{CCDE1790-01A7-4C6A-ACBE-6EC7BB27CAB7}" destId="{31792313-DC8E-4900-B3F4-4F4186EDFDA0}" srcOrd="0" destOrd="0" presId="urn:microsoft.com/office/officeart/2005/8/layout/cycle1"/>
    <dgm:cxn modelId="{20550538-61AF-489F-8F6D-87D6E2E2B0EE}" srcId="{2B7111E6-9495-4BFB-AA4C-5F2D63827EED}" destId="{FAEC2521-1845-40F2-8442-57D3C9F213F1}" srcOrd="5" destOrd="0" parTransId="{728A4536-135B-4EA8-AF20-D81B3C7D6059}" sibTransId="{E32495C0-E985-41C9-AD29-3AC66FB8FB79}"/>
    <dgm:cxn modelId="{A931AD3B-C561-4FFB-AA20-EEA2DC849924}" type="presOf" srcId="{D28F311F-A805-475D-8001-1482689FF88A}" destId="{0F54FB3C-E06F-421C-B9CD-36F55884B52C}" srcOrd="0" destOrd="0" presId="urn:microsoft.com/office/officeart/2005/8/layout/cycle1"/>
    <dgm:cxn modelId="{0264583E-FF0A-4C35-8556-BEE436F2F599}" type="presOf" srcId="{C4EF5FD7-8B16-49E6-9998-C51BB7676434}" destId="{8B0DBD35-44D2-496D-B0F1-79F56E5FB47D}" srcOrd="0" destOrd="0" presId="urn:microsoft.com/office/officeart/2005/8/layout/cycle1"/>
    <dgm:cxn modelId="{78799066-7C45-4865-84C5-9A6E4FA8C146}" type="presOf" srcId="{A883CCB9-1531-4865-9ED3-AD351D2D7C4C}" destId="{A9DEEE73-D394-42E9-B623-8F540E56AB4D}" srcOrd="0" destOrd="0" presId="urn:microsoft.com/office/officeart/2005/8/layout/cycle1"/>
    <dgm:cxn modelId="{0CDD1C6B-B106-4783-AD6B-2C99DA84D17B}" type="presOf" srcId="{FAEC2521-1845-40F2-8442-57D3C9F213F1}" destId="{E6C23DFC-CD15-40FD-AECD-AC7A80A6FCF7}" srcOrd="0" destOrd="0" presId="urn:microsoft.com/office/officeart/2005/8/layout/cycle1"/>
    <dgm:cxn modelId="{B48CCE6B-54BC-47FF-93B6-5648C09C9CEE}" type="presOf" srcId="{F40EDBEE-54D9-4F64-9694-5A0B4057F4E3}" destId="{9E13BEE5-8F21-4D50-BC35-6C9083D3393F}" srcOrd="0" destOrd="0" presId="urn:microsoft.com/office/officeart/2005/8/layout/cycle1"/>
    <dgm:cxn modelId="{1968866D-83D1-4B93-A782-31EE97DC4D16}" srcId="{2B7111E6-9495-4BFB-AA4C-5F2D63827EED}" destId="{EFFF3DC0-AC04-4150-B965-9D7400C056F0}" srcOrd="3" destOrd="0" parTransId="{BFA4F911-46E1-4E36-832F-39469AC8F2DF}" sibTransId="{CCDE1790-01A7-4C6A-ACBE-6EC7BB27CAB7}"/>
    <dgm:cxn modelId="{2E1D294F-41D9-4F94-A328-2A589AC331D4}" type="presOf" srcId="{28A775F1-E735-4DEC-A2AF-A0140A7B6C35}" destId="{38DA4AA2-71DF-44DB-98DB-290489F424E8}" srcOrd="0" destOrd="0" presId="urn:microsoft.com/office/officeart/2005/8/layout/cycle1"/>
    <dgm:cxn modelId="{4F724050-C98D-47B7-9E1C-AB112AF05CD8}" srcId="{2B7111E6-9495-4BFB-AA4C-5F2D63827EED}" destId="{28A775F1-E735-4DEC-A2AF-A0140A7B6C35}" srcOrd="2" destOrd="0" parTransId="{E083A937-E5C2-4749-A736-475CD36FF956}" sibTransId="{37F60F76-9D00-4AF1-9896-48CC22D6BF2E}"/>
    <dgm:cxn modelId="{941D6B79-02C0-400B-B53C-6ADE452E2253}" type="presOf" srcId="{438D276C-8FDA-4129-BEAD-7C236CF4E92A}" destId="{EE65F1F4-01A3-4A0D-B625-92C8438BC58C}" srcOrd="0" destOrd="0" presId="urn:microsoft.com/office/officeart/2005/8/layout/cycle1"/>
    <dgm:cxn modelId="{7DAA578E-F7BC-43A2-A125-248A650FE8C4}" type="presOf" srcId="{37F60F76-9D00-4AF1-9896-48CC22D6BF2E}" destId="{1AE98BCC-8FF7-4164-8FED-D5107503F170}" srcOrd="0" destOrd="0" presId="urn:microsoft.com/office/officeart/2005/8/layout/cycle1"/>
    <dgm:cxn modelId="{41FE858E-0104-4211-9F72-C8A72EA805E8}" type="presOf" srcId="{50B13B66-A731-49FF-9B49-0260D792A747}" destId="{66B6EC65-78AB-4AD3-921E-B246B25065E0}" srcOrd="0" destOrd="0" presId="urn:microsoft.com/office/officeart/2005/8/layout/cycle1"/>
    <dgm:cxn modelId="{73C5C392-DA83-45D2-BB59-BCEA1E8329F8}" type="presOf" srcId="{1BE540C3-1A84-4408-900E-C5C2A1FE9405}" destId="{53DF3CD7-75E4-4F9B-8B1B-A5D3F8F1BF03}" srcOrd="0" destOrd="0" presId="urn:microsoft.com/office/officeart/2005/8/layout/cycle1"/>
    <dgm:cxn modelId="{8C390196-F9E9-4042-AE80-44CBA57F0C12}" type="presOf" srcId="{06416986-3FD9-4E84-89D0-070EBE255830}" destId="{1A1A9150-D51A-4CBF-832A-57F2EEF28AF2}" srcOrd="0" destOrd="0" presId="urn:microsoft.com/office/officeart/2005/8/layout/cycle1"/>
    <dgm:cxn modelId="{8F5E87A4-26EE-4B95-86CD-49AB5B47661D}" type="presOf" srcId="{A2CC25D2-DE1C-4B11-9237-461BA68565B0}" destId="{4038A086-8FC7-4363-926D-05895A355091}" srcOrd="0" destOrd="0" presId="urn:microsoft.com/office/officeart/2005/8/layout/cycle1"/>
    <dgm:cxn modelId="{1374A7B8-5144-4D2C-841F-D0437DD18E9F}" type="presOf" srcId="{E32495C0-E985-41C9-AD29-3AC66FB8FB79}" destId="{32907B58-213D-42B0-BD0E-62A98E4475AA}" srcOrd="0" destOrd="0" presId="urn:microsoft.com/office/officeart/2005/8/layout/cycle1"/>
    <dgm:cxn modelId="{5E9841BA-24D4-4124-BAC4-DE5B2159D6F6}" srcId="{2B7111E6-9495-4BFB-AA4C-5F2D63827EED}" destId="{438D276C-8FDA-4129-BEAD-7C236CF4E92A}" srcOrd="4" destOrd="0" parTransId="{30FB709A-1E31-4FA4-B3EF-A72C2D0CBCC4}" sibTransId="{D28F311F-A805-475D-8001-1482689FF88A}"/>
    <dgm:cxn modelId="{81E722BF-2C80-48E4-BD8C-C53152B9ED9B}" type="presOf" srcId="{60EF34A7-4C3E-468C-88FB-08ACEC6557FC}" destId="{EF62B844-15FF-4652-9226-FC562335B15D}" srcOrd="0" destOrd="0" presId="urn:microsoft.com/office/officeart/2005/8/layout/cycle1"/>
    <dgm:cxn modelId="{B2CFBBD5-234A-4DF1-877A-9DB738F8AE35}" srcId="{2B7111E6-9495-4BFB-AA4C-5F2D63827EED}" destId="{A883CCB9-1531-4865-9ED3-AD351D2D7C4C}" srcOrd="7" destOrd="0" parTransId="{E1364876-47AA-45AE-9EDE-BF63B0E50CBD}" sibTransId="{06416986-3FD9-4E84-89D0-070EBE255830}"/>
    <dgm:cxn modelId="{C920F8E1-D1F9-4055-B9B1-C2195A1823FC}" type="presOf" srcId="{49D66F56-46F8-413A-B3AF-3E040FCEDF2A}" destId="{3768A4F1-72EB-4C3D-8DC2-75F2DC310921}" srcOrd="0" destOrd="0" presId="urn:microsoft.com/office/officeart/2005/8/layout/cycle1"/>
    <dgm:cxn modelId="{598A0CE9-EB0B-4FA0-B4FF-6E9DB4E50516}" type="presOf" srcId="{ED555B5D-F05A-4CAB-9312-F2781CFC3C04}" destId="{B90AC9F2-A82F-4C8F-A74F-27DBE64CFC22}" srcOrd="0" destOrd="0" presId="urn:microsoft.com/office/officeart/2005/8/layout/cycle1"/>
    <dgm:cxn modelId="{AB3229EE-5EFF-4FCB-A07F-72FDA18869F4}" srcId="{2B7111E6-9495-4BFB-AA4C-5F2D63827EED}" destId="{49D66F56-46F8-413A-B3AF-3E040FCEDF2A}" srcOrd="6" destOrd="0" parTransId="{9D4EC0F4-8629-40A8-893E-5FFDEC7A5C94}" sibTransId="{C4EF5FD7-8B16-49E6-9998-C51BB7676434}"/>
    <dgm:cxn modelId="{1F5332C6-B95E-4F32-B381-D8D428A9AABE}" type="presParOf" srcId="{465A99CB-4AB7-4583-9A25-04B59D7FB830}" destId="{8F70814F-4EB7-4A85-97B8-9CA941825D5A}" srcOrd="0" destOrd="0" presId="urn:microsoft.com/office/officeart/2005/8/layout/cycle1"/>
    <dgm:cxn modelId="{6C30972B-1C04-48E4-AA0F-80EDAF6520D9}" type="presParOf" srcId="{465A99CB-4AB7-4583-9A25-04B59D7FB830}" destId="{9E13BEE5-8F21-4D50-BC35-6C9083D3393F}" srcOrd="1" destOrd="0" presId="urn:microsoft.com/office/officeart/2005/8/layout/cycle1"/>
    <dgm:cxn modelId="{EE23F8A4-2988-44DE-8FAC-6CDB107F8B08}" type="presParOf" srcId="{465A99CB-4AB7-4583-9A25-04B59D7FB830}" destId="{66B6EC65-78AB-4AD3-921E-B246B25065E0}" srcOrd="2" destOrd="0" presId="urn:microsoft.com/office/officeart/2005/8/layout/cycle1"/>
    <dgm:cxn modelId="{BB5810E8-44D4-4386-BDE7-CFE6BC8839A8}" type="presParOf" srcId="{465A99CB-4AB7-4583-9A25-04B59D7FB830}" destId="{2BDE6789-3483-4B87-85A4-29EA7E68658F}" srcOrd="3" destOrd="0" presId="urn:microsoft.com/office/officeart/2005/8/layout/cycle1"/>
    <dgm:cxn modelId="{F51F07CE-8211-40F1-8A45-19CD5130ECD2}" type="presParOf" srcId="{465A99CB-4AB7-4583-9A25-04B59D7FB830}" destId="{53DF3CD7-75E4-4F9B-8B1B-A5D3F8F1BF03}" srcOrd="4" destOrd="0" presId="urn:microsoft.com/office/officeart/2005/8/layout/cycle1"/>
    <dgm:cxn modelId="{B2D492B0-D6FF-403F-8AD6-86A58575CFC5}" type="presParOf" srcId="{465A99CB-4AB7-4583-9A25-04B59D7FB830}" destId="{B90AC9F2-A82F-4C8F-A74F-27DBE64CFC22}" srcOrd="5" destOrd="0" presId="urn:microsoft.com/office/officeart/2005/8/layout/cycle1"/>
    <dgm:cxn modelId="{89D15FD3-A611-42FF-93DC-F688D80867AD}" type="presParOf" srcId="{465A99CB-4AB7-4583-9A25-04B59D7FB830}" destId="{638E7AFF-BE6E-401B-BE14-93DA52EF8703}" srcOrd="6" destOrd="0" presId="urn:microsoft.com/office/officeart/2005/8/layout/cycle1"/>
    <dgm:cxn modelId="{7C2CB937-13A4-4FA0-AC30-C8D896AEB6AA}" type="presParOf" srcId="{465A99CB-4AB7-4583-9A25-04B59D7FB830}" destId="{38DA4AA2-71DF-44DB-98DB-290489F424E8}" srcOrd="7" destOrd="0" presId="urn:microsoft.com/office/officeart/2005/8/layout/cycle1"/>
    <dgm:cxn modelId="{B467C7C5-DB4D-4188-9F9B-12AB6510DE0A}" type="presParOf" srcId="{465A99CB-4AB7-4583-9A25-04B59D7FB830}" destId="{1AE98BCC-8FF7-4164-8FED-D5107503F170}" srcOrd="8" destOrd="0" presId="urn:microsoft.com/office/officeart/2005/8/layout/cycle1"/>
    <dgm:cxn modelId="{B0C2F7D0-20E4-40B5-A88A-D8CD42D77176}" type="presParOf" srcId="{465A99CB-4AB7-4583-9A25-04B59D7FB830}" destId="{F631D3F2-4E62-43EF-B8E3-71CFA10CD6F8}" srcOrd="9" destOrd="0" presId="urn:microsoft.com/office/officeart/2005/8/layout/cycle1"/>
    <dgm:cxn modelId="{A86BADC5-77CF-4FBD-8EE1-815C604130F5}" type="presParOf" srcId="{465A99CB-4AB7-4583-9A25-04B59D7FB830}" destId="{9C57B454-F464-45C4-AB25-F7B85DBE79A3}" srcOrd="10" destOrd="0" presId="urn:microsoft.com/office/officeart/2005/8/layout/cycle1"/>
    <dgm:cxn modelId="{75F75FC6-2B20-4EDC-9713-2CD071CEB087}" type="presParOf" srcId="{465A99CB-4AB7-4583-9A25-04B59D7FB830}" destId="{31792313-DC8E-4900-B3F4-4F4186EDFDA0}" srcOrd="11" destOrd="0" presId="urn:microsoft.com/office/officeart/2005/8/layout/cycle1"/>
    <dgm:cxn modelId="{150B465A-35F6-4429-8B02-6E1A1FE3F1E0}" type="presParOf" srcId="{465A99CB-4AB7-4583-9A25-04B59D7FB830}" destId="{D25FAF98-0535-43D2-96BC-850B4CB90082}" srcOrd="12" destOrd="0" presId="urn:microsoft.com/office/officeart/2005/8/layout/cycle1"/>
    <dgm:cxn modelId="{F4644A4F-5B20-4AA2-9067-A6906D72B23A}" type="presParOf" srcId="{465A99CB-4AB7-4583-9A25-04B59D7FB830}" destId="{EE65F1F4-01A3-4A0D-B625-92C8438BC58C}" srcOrd="13" destOrd="0" presId="urn:microsoft.com/office/officeart/2005/8/layout/cycle1"/>
    <dgm:cxn modelId="{025C384F-D9A7-45C4-97CD-D5D1D7E26E0C}" type="presParOf" srcId="{465A99CB-4AB7-4583-9A25-04B59D7FB830}" destId="{0F54FB3C-E06F-421C-B9CD-36F55884B52C}" srcOrd="14" destOrd="0" presId="urn:microsoft.com/office/officeart/2005/8/layout/cycle1"/>
    <dgm:cxn modelId="{089BFBCB-D51A-409A-BFBC-C1FE009C9F64}" type="presParOf" srcId="{465A99CB-4AB7-4583-9A25-04B59D7FB830}" destId="{EE9C9F50-337D-41AB-B259-4263AF8A02DF}" srcOrd="15" destOrd="0" presId="urn:microsoft.com/office/officeart/2005/8/layout/cycle1"/>
    <dgm:cxn modelId="{993CA0BF-A33D-411B-A049-1AFB61670F77}" type="presParOf" srcId="{465A99CB-4AB7-4583-9A25-04B59D7FB830}" destId="{E6C23DFC-CD15-40FD-AECD-AC7A80A6FCF7}" srcOrd="16" destOrd="0" presId="urn:microsoft.com/office/officeart/2005/8/layout/cycle1"/>
    <dgm:cxn modelId="{F2E1DDFD-DEBD-41BB-B4F9-D640AEF9F1B9}" type="presParOf" srcId="{465A99CB-4AB7-4583-9A25-04B59D7FB830}" destId="{32907B58-213D-42B0-BD0E-62A98E4475AA}" srcOrd="17" destOrd="0" presId="urn:microsoft.com/office/officeart/2005/8/layout/cycle1"/>
    <dgm:cxn modelId="{9B0F2906-D3B9-456D-B6D9-CE80B86F26CE}" type="presParOf" srcId="{465A99CB-4AB7-4583-9A25-04B59D7FB830}" destId="{C9C5522E-7523-4F3A-AC66-C3A52B45DB0B}" srcOrd="18" destOrd="0" presId="urn:microsoft.com/office/officeart/2005/8/layout/cycle1"/>
    <dgm:cxn modelId="{B222F9F6-E25D-4957-A92A-7BCF6AE88DDE}" type="presParOf" srcId="{465A99CB-4AB7-4583-9A25-04B59D7FB830}" destId="{3768A4F1-72EB-4C3D-8DC2-75F2DC310921}" srcOrd="19" destOrd="0" presId="urn:microsoft.com/office/officeart/2005/8/layout/cycle1"/>
    <dgm:cxn modelId="{4A7EA47D-C08D-4573-AC60-13A8478A22E8}" type="presParOf" srcId="{465A99CB-4AB7-4583-9A25-04B59D7FB830}" destId="{8B0DBD35-44D2-496D-B0F1-79F56E5FB47D}" srcOrd="20" destOrd="0" presId="urn:microsoft.com/office/officeart/2005/8/layout/cycle1"/>
    <dgm:cxn modelId="{C6EF3C62-5CDC-4658-A223-1A52F9C200BA}" type="presParOf" srcId="{465A99CB-4AB7-4583-9A25-04B59D7FB830}" destId="{D7776F5F-57DD-4907-9370-DCD24C7E3B81}" srcOrd="21" destOrd="0" presId="urn:microsoft.com/office/officeart/2005/8/layout/cycle1"/>
    <dgm:cxn modelId="{B78379F1-07DF-4122-847F-CEC40024A5AE}" type="presParOf" srcId="{465A99CB-4AB7-4583-9A25-04B59D7FB830}" destId="{A9DEEE73-D394-42E9-B623-8F540E56AB4D}" srcOrd="22" destOrd="0" presId="urn:microsoft.com/office/officeart/2005/8/layout/cycle1"/>
    <dgm:cxn modelId="{0EBBFE2D-0D00-4735-AAAB-C04815E8B4A8}" type="presParOf" srcId="{465A99CB-4AB7-4583-9A25-04B59D7FB830}" destId="{1A1A9150-D51A-4CBF-832A-57F2EEF28AF2}" srcOrd="23" destOrd="0" presId="urn:microsoft.com/office/officeart/2005/8/layout/cycle1"/>
    <dgm:cxn modelId="{3333370D-0877-49DC-B227-C462C7679904}" type="presParOf" srcId="{465A99CB-4AB7-4583-9A25-04B59D7FB830}" destId="{12998435-E147-4BFC-BAF4-D2BD3F292C81}" srcOrd="24" destOrd="0" presId="urn:microsoft.com/office/officeart/2005/8/layout/cycle1"/>
    <dgm:cxn modelId="{ECCC89E3-916F-4F58-AEE1-14EC88CDD0E3}" type="presParOf" srcId="{465A99CB-4AB7-4583-9A25-04B59D7FB830}" destId="{EF62B844-15FF-4652-9226-FC562335B15D}" srcOrd="25" destOrd="0" presId="urn:microsoft.com/office/officeart/2005/8/layout/cycle1"/>
    <dgm:cxn modelId="{AF174E7C-C7E4-40BA-9017-EC14DDE8CAA9}" type="presParOf" srcId="{465A99CB-4AB7-4583-9A25-04B59D7FB830}" destId="{4038A086-8FC7-4363-926D-05895A355091}" srcOrd="26" destOrd="0" presId="urn:microsoft.com/office/officeart/2005/8/layout/cycle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CBA43806-0041-4A73-AD10-67347E46BFB8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A8C6BFFD-674F-4DA0-AF7B-F61A0A4FA6B4}">
      <dgm:prSet/>
      <dgm:spPr/>
      <dgm:t>
        <a:bodyPr/>
        <a:lstStyle/>
        <a:p>
          <a:r>
            <a:rPr lang="en-US"/>
            <a:t>Luke – index.html &amp; CSS</a:t>
          </a:r>
        </a:p>
      </dgm:t>
    </dgm:pt>
    <dgm:pt modelId="{092849F1-12D9-4D02-BE29-FB1C7DB4A51C}" type="parTrans" cxnId="{4002A046-C8F5-45BE-B58B-8BEED52A823F}">
      <dgm:prSet/>
      <dgm:spPr/>
      <dgm:t>
        <a:bodyPr/>
        <a:lstStyle/>
        <a:p>
          <a:endParaRPr lang="en-US"/>
        </a:p>
      </dgm:t>
    </dgm:pt>
    <dgm:pt modelId="{C6BF700D-79D2-4E65-B061-3F50D0EF6DB1}" type="sibTrans" cxnId="{4002A046-C8F5-45BE-B58B-8BEED52A823F}">
      <dgm:prSet/>
      <dgm:spPr/>
      <dgm:t>
        <a:bodyPr/>
        <a:lstStyle/>
        <a:p>
          <a:endParaRPr lang="en-US"/>
        </a:p>
      </dgm:t>
    </dgm:pt>
    <dgm:pt modelId="{315614B9-D513-4627-AA6E-A3AF720E6117}">
      <dgm:prSet/>
      <dgm:spPr/>
      <dgm:t>
        <a:bodyPr/>
        <a:lstStyle/>
        <a:p>
          <a:r>
            <a:rPr lang="en-US"/>
            <a:t>Morgan – main.js</a:t>
          </a:r>
        </a:p>
      </dgm:t>
    </dgm:pt>
    <dgm:pt modelId="{CD8F3C1D-ED7F-443B-AA47-ABC10027DF76}" type="parTrans" cxnId="{0216E6F2-C48D-4F46-A06A-9D83E11AB86D}">
      <dgm:prSet/>
      <dgm:spPr/>
      <dgm:t>
        <a:bodyPr/>
        <a:lstStyle/>
        <a:p>
          <a:endParaRPr lang="en-US"/>
        </a:p>
      </dgm:t>
    </dgm:pt>
    <dgm:pt modelId="{CC53EB27-F12A-4C96-9F3F-2D979F4512A2}" type="sibTrans" cxnId="{0216E6F2-C48D-4F46-A06A-9D83E11AB86D}">
      <dgm:prSet/>
      <dgm:spPr/>
      <dgm:t>
        <a:bodyPr/>
        <a:lstStyle/>
        <a:p>
          <a:endParaRPr lang="en-US"/>
        </a:p>
      </dgm:t>
    </dgm:pt>
    <dgm:pt modelId="{5F965FE9-0823-46BE-AE10-A4290B2AAE40}">
      <dgm:prSet/>
      <dgm:spPr/>
      <dgm:t>
        <a:bodyPr/>
        <a:lstStyle/>
        <a:p>
          <a:r>
            <a:rPr lang="en-US"/>
            <a:t>Trey – details.html</a:t>
          </a:r>
        </a:p>
      </dgm:t>
    </dgm:pt>
    <dgm:pt modelId="{8E0A46F7-690F-4C82-9C5B-5984999230DA}" type="parTrans" cxnId="{25500C69-3CCB-4DFD-83CF-BAAB9CE66194}">
      <dgm:prSet/>
      <dgm:spPr/>
      <dgm:t>
        <a:bodyPr/>
        <a:lstStyle/>
        <a:p>
          <a:endParaRPr lang="en-US"/>
        </a:p>
      </dgm:t>
    </dgm:pt>
    <dgm:pt modelId="{C51517B6-6B10-422D-AC32-8FCC7CD7916B}" type="sibTrans" cxnId="{25500C69-3CCB-4DFD-83CF-BAAB9CE66194}">
      <dgm:prSet/>
      <dgm:spPr/>
      <dgm:t>
        <a:bodyPr/>
        <a:lstStyle/>
        <a:p>
          <a:endParaRPr lang="en-US"/>
        </a:p>
      </dgm:t>
    </dgm:pt>
    <dgm:pt modelId="{0FED7609-553E-431B-8F67-433096B87B88}" type="pres">
      <dgm:prSet presAssocID="{CBA43806-0041-4A73-AD10-67347E46BFB8}" presName="vert0" presStyleCnt="0">
        <dgm:presLayoutVars>
          <dgm:dir/>
          <dgm:animOne val="branch"/>
          <dgm:animLvl val="lvl"/>
        </dgm:presLayoutVars>
      </dgm:prSet>
      <dgm:spPr/>
    </dgm:pt>
    <dgm:pt modelId="{70872785-FE87-4DFD-B8CD-2644FCF6DB9F}" type="pres">
      <dgm:prSet presAssocID="{A8C6BFFD-674F-4DA0-AF7B-F61A0A4FA6B4}" presName="thickLine" presStyleLbl="alignNode1" presStyleIdx="0" presStyleCnt="3"/>
      <dgm:spPr/>
    </dgm:pt>
    <dgm:pt modelId="{E9118716-C6E2-4372-9B61-6C9E6960BC36}" type="pres">
      <dgm:prSet presAssocID="{A8C6BFFD-674F-4DA0-AF7B-F61A0A4FA6B4}" presName="horz1" presStyleCnt="0"/>
      <dgm:spPr/>
    </dgm:pt>
    <dgm:pt modelId="{C9ECDF48-53A9-4EF5-8DEB-282D1BF2F41C}" type="pres">
      <dgm:prSet presAssocID="{A8C6BFFD-674F-4DA0-AF7B-F61A0A4FA6B4}" presName="tx1" presStyleLbl="revTx" presStyleIdx="0" presStyleCnt="3"/>
      <dgm:spPr/>
    </dgm:pt>
    <dgm:pt modelId="{D833D11C-1EAA-451A-981A-A6CCF8AF4A9C}" type="pres">
      <dgm:prSet presAssocID="{A8C6BFFD-674F-4DA0-AF7B-F61A0A4FA6B4}" presName="vert1" presStyleCnt="0"/>
      <dgm:spPr/>
    </dgm:pt>
    <dgm:pt modelId="{5445E4F7-B53B-4672-88C0-A53FE9A71D2B}" type="pres">
      <dgm:prSet presAssocID="{315614B9-D513-4627-AA6E-A3AF720E6117}" presName="thickLine" presStyleLbl="alignNode1" presStyleIdx="1" presStyleCnt="3"/>
      <dgm:spPr/>
    </dgm:pt>
    <dgm:pt modelId="{7FD39ED5-F1DC-4C0C-B4A4-D3C07C762601}" type="pres">
      <dgm:prSet presAssocID="{315614B9-D513-4627-AA6E-A3AF720E6117}" presName="horz1" presStyleCnt="0"/>
      <dgm:spPr/>
    </dgm:pt>
    <dgm:pt modelId="{34089BFA-6D74-4491-8A80-BC1FDC87CA9B}" type="pres">
      <dgm:prSet presAssocID="{315614B9-D513-4627-AA6E-A3AF720E6117}" presName="tx1" presStyleLbl="revTx" presStyleIdx="1" presStyleCnt="3"/>
      <dgm:spPr/>
    </dgm:pt>
    <dgm:pt modelId="{14026319-1C8E-4B98-9CC7-652FBC041810}" type="pres">
      <dgm:prSet presAssocID="{315614B9-D513-4627-AA6E-A3AF720E6117}" presName="vert1" presStyleCnt="0"/>
      <dgm:spPr/>
    </dgm:pt>
    <dgm:pt modelId="{4F46845F-11CB-4D99-9088-EEF375DAE8F2}" type="pres">
      <dgm:prSet presAssocID="{5F965FE9-0823-46BE-AE10-A4290B2AAE40}" presName="thickLine" presStyleLbl="alignNode1" presStyleIdx="2" presStyleCnt="3"/>
      <dgm:spPr/>
    </dgm:pt>
    <dgm:pt modelId="{EBFE2946-8537-44D2-87A7-C9BB3CD415FE}" type="pres">
      <dgm:prSet presAssocID="{5F965FE9-0823-46BE-AE10-A4290B2AAE40}" presName="horz1" presStyleCnt="0"/>
      <dgm:spPr/>
    </dgm:pt>
    <dgm:pt modelId="{272FD84E-5C1B-43CD-9F68-4AE0B0A2251C}" type="pres">
      <dgm:prSet presAssocID="{5F965FE9-0823-46BE-AE10-A4290B2AAE40}" presName="tx1" presStyleLbl="revTx" presStyleIdx="2" presStyleCnt="3"/>
      <dgm:spPr/>
    </dgm:pt>
    <dgm:pt modelId="{1C55C23B-FBA9-4CFB-B3B5-32E7441F320F}" type="pres">
      <dgm:prSet presAssocID="{5F965FE9-0823-46BE-AE10-A4290B2AAE40}" presName="vert1" presStyleCnt="0"/>
      <dgm:spPr/>
    </dgm:pt>
  </dgm:ptLst>
  <dgm:cxnLst>
    <dgm:cxn modelId="{A889A215-CBB9-46BE-813B-4593CB00F9B1}" type="presOf" srcId="{5F965FE9-0823-46BE-AE10-A4290B2AAE40}" destId="{272FD84E-5C1B-43CD-9F68-4AE0B0A2251C}" srcOrd="0" destOrd="0" presId="urn:microsoft.com/office/officeart/2008/layout/LinedList"/>
    <dgm:cxn modelId="{4002A046-C8F5-45BE-B58B-8BEED52A823F}" srcId="{CBA43806-0041-4A73-AD10-67347E46BFB8}" destId="{A8C6BFFD-674F-4DA0-AF7B-F61A0A4FA6B4}" srcOrd="0" destOrd="0" parTransId="{092849F1-12D9-4D02-BE29-FB1C7DB4A51C}" sibTransId="{C6BF700D-79D2-4E65-B061-3F50D0EF6DB1}"/>
    <dgm:cxn modelId="{25500C69-3CCB-4DFD-83CF-BAAB9CE66194}" srcId="{CBA43806-0041-4A73-AD10-67347E46BFB8}" destId="{5F965FE9-0823-46BE-AE10-A4290B2AAE40}" srcOrd="2" destOrd="0" parTransId="{8E0A46F7-690F-4C82-9C5B-5984999230DA}" sibTransId="{C51517B6-6B10-422D-AC32-8FCC7CD7916B}"/>
    <dgm:cxn modelId="{FB6BC49D-D58A-4BB1-A297-DC56C95173BF}" type="presOf" srcId="{CBA43806-0041-4A73-AD10-67347E46BFB8}" destId="{0FED7609-553E-431B-8F67-433096B87B88}" srcOrd="0" destOrd="0" presId="urn:microsoft.com/office/officeart/2008/layout/LinedList"/>
    <dgm:cxn modelId="{E10E71A0-28F9-4DB1-B883-1955390BCBE3}" type="presOf" srcId="{A8C6BFFD-674F-4DA0-AF7B-F61A0A4FA6B4}" destId="{C9ECDF48-53A9-4EF5-8DEB-282D1BF2F41C}" srcOrd="0" destOrd="0" presId="urn:microsoft.com/office/officeart/2008/layout/LinedList"/>
    <dgm:cxn modelId="{A7B69CC9-643F-457E-9677-A23258251CE4}" type="presOf" srcId="{315614B9-D513-4627-AA6E-A3AF720E6117}" destId="{34089BFA-6D74-4491-8A80-BC1FDC87CA9B}" srcOrd="0" destOrd="0" presId="urn:microsoft.com/office/officeart/2008/layout/LinedList"/>
    <dgm:cxn modelId="{0216E6F2-C48D-4F46-A06A-9D83E11AB86D}" srcId="{CBA43806-0041-4A73-AD10-67347E46BFB8}" destId="{315614B9-D513-4627-AA6E-A3AF720E6117}" srcOrd="1" destOrd="0" parTransId="{CD8F3C1D-ED7F-443B-AA47-ABC10027DF76}" sibTransId="{CC53EB27-F12A-4C96-9F3F-2D979F4512A2}"/>
    <dgm:cxn modelId="{B1F4F793-3F01-4C75-A935-A71D90FD17B1}" type="presParOf" srcId="{0FED7609-553E-431B-8F67-433096B87B88}" destId="{70872785-FE87-4DFD-B8CD-2644FCF6DB9F}" srcOrd="0" destOrd="0" presId="urn:microsoft.com/office/officeart/2008/layout/LinedList"/>
    <dgm:cxn modelId="{7DCE39D9-7858-402C-9B37-9B115E3B92DA}" type="presParOf" srcId="{0FED7609-553E-431B-8F67-433096B87B88}" destId="{E9118716-C6E2-4372-9B61-6C9E6960BC36}" srcOrd="1" destOrd="0" presId="urn:microsoft.com/office/officeart/2008/layout/LinedList"/>
    <dgm:cxn modelId="{FB0C4EE7-BA9A-4ACA-ADA4-9AF7A0F3F961}" type="presParOf" srcId="{E9118716-C6E2-4372-9B61-6C9E6960BC36}" destId="{C9ECDF48-53A9-4EF5-8DEB-282D1BF2F41C}" srcOrd="0" destOrd="0" presId="urn:microsoft.com/office/officeart/2008/layout/LinedList"/>
    <dgm:cxn modelId="{F424743C-B9FE-4EB1-B9FE-94F254633AC0}" type="presParOf" srcId="{E9118716-C6E2-4372-9B61-6C9E6960BC36}" destId="{D833D11C-1EAA-451A-981A-A6CCF8AF4A9C}" srcOrd="1" destOrd="0" presId="urn:microsoft.com/office/officeart/2008/layout/LinedList"/>
    <dgm:cxn modelId="{A3AEBA6C-96C9-4993-8F51-EF65E16FC813}" type="presParOf" srcId="{0FED7609-553E-431B-8F67-433096B87B88}" destId="{5445E4F7-B53B-4672-88C0-A53FE9A71D2B}" srcOrd="2" destOrd="0" presId="urn:microsoft.com/office/officeart/2008/layout/LinedList"/>
    <dgm:cxn modelId="{D9C38060-1F97-40F3-AE9B-C0B49BA768D5}" type="presParOf" srcId="{0FED7609-553E-431B-8F67-433096B87B88}" destId="{7FD39ED5-F1DC-4C0C-B4A4-D3C07C762601}" srcOrd="3" destOrd="0" presId="urn:microsoft.com/office/officeart/2008/layout/LinedList"/>
    <dgm:cxn modelId="{3252A1C2-990D-49A6-AF19-98BE5F65B853}" type="presParOf" srcId="{7FD39ED5-F1DC-4C0C-B4A4-D3C07C762601}" destId="{34089BFA-6D74-4491-8A80-BC1FDC87CA9B}" srcOrd="0" destOrd="0" presId="urn:microsoft.com/office/officeart/2008/layout/LinedList"/>
    <dgm:cxn modelId="{6F92EFA1-294A-4EFF-BE49-475E6AB816C8}" type="presParOf" srcId="{7FD39ED5-F1DC-4C0C-B4A4-D3C07C762601}" destId="{14026319-1C8E-4B98-9CC7-652FBC041810}" srcOrd="1" destOrd="0" presId="urn:microsoft.com/office/officeart/2008/layout/LinedList"/>
    <dgm:cxn modelId="{759ED147-135E-4F88-AFE1-C28F1605F3BE}" type="presParOf" srcId="{0FED7609-553E-431B-8F67-433096B87B88}" destId="{4F46845F-11CB-4D99-9088-EEF375DAE8F2}" srcOrd="4" destOrd="0" presId="urn:microsoft.com/office/officeart/2008/layout/LinedList"/>
    <dgm:cxn modelId="{9D1A9EA5-C283-43E2-9843-5AF158BA5C85}" type="presParOf" srcId="{0FED7609-553E-431B-8F67-433096B87B88}" destId="{EBFE2946-8537-44D2-87A7-C9BB3CD415FE}" srcOrd="5" destOrd="0" presId="urn:microsoft.com/office/officeart/2008/layout/LinedList"/>
    <dgm:cxn modelId="{7D7AF2BB-4664-4EBA-81B6-81DECCA80D53}" type="presParOf" srcId="{EBFE2946-8537-44D2-87A7-C9BB3CD415FE}" destId="{272FD84E-5C1B-43CD-9F68-4AE0B0A2251C}" srcOrd="0" destOrd="0" presId="urn:microsoft.com/office/officeart/2008/layout/LinedList"/>
    <dgm:cxn modelId="{D2B7FBB5-D770-498C-9CE1-CD1B9309387B}" type="presParOf" srcId="{EBFE2946-8537-44D2-87A7-C9BB3CD415FE}" destId="{1C55C23B-FBA9-4CFB-B3B5-32E7441F320F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8FE0CEB-2414-48C9-8D48-DE691EEB4007}">
      <dsp:nvSpPr>
        <dsp:cNvPr id="0" name=""/>
        <dsp:cNvSpPr/>
      </dsp:nvSpPr>
      <dsp:spPr>
        <a:xfrm>
          <a:off x="0" y="457772"/>
          <a:ext cx="1406744" cy="844046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1. Project Overview</a:t>
          </a:r>
        </a:p>
      </dsp:txBody>
      <dsp:txXfrm>
        <a:off x="0" y="457772"/>
        <a:ext cx="1406744" cy="844046"/>
      </dsp:txXfrm>
    </dsp:sp>
    <dsp:sp modelId="{FC0B7D8A-15F3-4DF7-8B1C-4B65D919459C}">
      <dsp:nvSpPr>
        <dsp:cNvPr id="0" name=""/>
        <dsp:cNvSpPr/>
      </dsp:nvSpPr>
      <dsp:spPr>
        <a:xfrm>
          <a:off x="1547418" y="457772"/>
          <a:ext cx="1406744" cy="844046"/>
        </a:xfrm>
        <a:prstGeom prst="rect">
          <a:avLst/>
        </a:prstGeom>
        <a:solidFill>
          <a:schemeClr val="accent2">
            <a:hueOff val="585190"/>
            <a:satOff val="-730"/>
            <a:lumOff val="172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2. Purpose &amp; Problem Statement</a:t>
          </a:r>
        </a:p>
      </dsp:txBody>
      <dsp:txXfrm>
        <a:off x="1547418" y="457772"/>
        <a:ext cx="1406744" cy="844046"/>
      </dsp:txXfrm>
    </dsp:sp>
    <dsp:sp modelId="{24EC075F-F6B2-4FA3-9758-534E25D8FE73}">
      <dsp:nvSpPr>
        <dsp:cNvPr id="0" name=""/>
        <dsp:cNvSpPr/>
      </dsp:nvSpPr>
      <dsp:spPr>
        <a:xfrm>
          <a:off x="3094837" y="457772"/>
          <a:ext cx="1406744" cy="844046"/>
        </a:xfrm>
        <a:prstGeom prst="rect">
          <a:avLst/>
        </a:prstGeom>
        <a:solidFill>
          <a:schemeClr val="accent2">
            <a:hueOff val="1170380"/>
            <a:satOff val="-1460"/>
            <a:lumOff val="34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3. Development Progress</a:t>
          </a:r>
        </a:p>
      </dsp:txBody>
      <dsp:txXfrm>
        <a:off x="3094837" y="457772"/>
        <a:ext cx="1406744" cy="844046"/>
      </dsp:txXfrm>
    </dsp:sp>
    <dsp:sp modelId="{3E41A082-A28A-4096-B08D-8A5FA6DB6457}">
      <dsp:nvSpPr>
        <dsp:cNvPr id="0" name=""/>
        <dsp:cNvSpPr/>
      </dsp:nvSpPr>
      <dsp:spPr>
        <a:xfrm>
          <a:off x="0" y="1442493"/>
          <a:ext cx="1406744" cy="844046"/>
        </a:xfrm>
        <a:prstGeom prst="rect">
          <a:avLst/>
        </a:prstGeom>
        <a:solidFill>
          <a:schemeClr val="accent2">
            <a:hueOff val="1755570"/>
            <a:satOff val="-2190"/>
            <a:lumOff val="51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4. Team Responsibilities</a:t>
          </a:r>
        </a:p>
      </dsp:txBody>
      <dsp:txXfrm>
        <a:off x="0" y="1442493"/>
        <a:ext cx="1406744" cy="844046"/>
      </dsp:txXfrm>
    </dsp:sp>
    <dsp:sp modelId="{A7158C1B-201E-4078-BE5B-4B1714A7C028}">
      <dsp:nvSpPr>
        <dsp:cNvPr id="0" name=""/>
        <dsp:cNvSpPr/>
      </dsp:nvSpPr>
      <dsp:spPr>
        <a:xfrm>
          <a:off x="1547418" y="1442493"/>
          <a:ext cx="1406744" cy="844046"/>
        </a:xfrm>
        <a:prstGeom prst="rect">
          <a:avLst/>
        </a:prstGeom>
        <a:solidFill>
          <a:schemeClr val="accent2">
            <a:hueOff val="2340759"/>
            <a:satOff val="-2919"/>
            <a:lumOff val="68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5. Prototype Demonstration</a:t>
          </a:r>
        </a:p>
      </dsp:txBody>
      <dsp:txXfrm>
        <a:off x="1547418" y="1442493"/>
        <a:ext cx="1406744" cy="844046"/>
      </dsp:txXfrm>
    </dsp:sp>
    <dsp:sp modelId="{6F1E9A57-0122-487A-97AB-66FF5EBAFF75}">
      <dsp:nvSpPr>
        <dsp:cNvPr id="0" name=""/>
        <dsp:cNvSpPr/>
      </dsp:nvSpPr>
      <dsp:spPr>
        <a:xfrm>
          <a:off x="3094837" y="1442493"/>
          <a:ext cx="1406744" cy="844046"/>
        </a:xfrm>
        <a:prstGeom prst="rect">
          <a:avLst/>
        </a:prstGeom>
        <a:solidFill>
          <a:schemeClr val="accent2">
            <a:hueOff val="2925949"/>
            <a:satOff val="-3649"/>
            <a:lumOff val="85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6. Challenges &amp; Risks</a:t>
          </a:r>
        </a:p>
      </dsp:txBody>
      <dsp:txXfrm>
        <a:off x="3094837" y="1442493"/>
        <a:ext cx="1406744" cy="844046"/>
      </dsp:txXfrm>
    </dsp:sp>
    <dsp:sp modelId="{22DE3BE3-7450-489A-A737-5BAEA3F01374}">
      <dsp:nvSpPr>
        <dsp:cNvPr id="0" name=""/>
        <dsp:cNvSpPr/>
      </dsp:nvSpPr>
      <dsp:spPr>
        <a:xfrm>
          <a:off x="0" y="2427214"/>
          <a:ext cx="1406744" cy="844046"/>
        </a:xfrm>
        <a:prstGeom prst="rect">
          <a:avLst/>
        </a:prstGeom>
        <a:solidFill>
          <a:schemeClr val="accent2">
            <a:hueOff val="3511139"/>
            <a:satOff val="-4379"/>
            <a:lumOff val="103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7. Upcoming Roadmap</a:t>
          </a:r>
        </a:p>
      </dsp:txBody>
      <dsp:txXfrm>
        <a:off x="0" y="2427214"/>
        <a:ext cx="1406744" cy="844046"/>
      </dsp:txXfrm>
    </dsp:sp>
    <dsp:sp modelId="{4DE2DBFC-AF67-4114-A184-6A5B295F883B}">
      <dsp:nvSpPr>
        <dsp:cNvPr id="0" name=""/>
        <dsp:cNvSpPr/>
      </dsp:nvSpPr>
      <dsp:spPr>
        <a:xfrm>
          <a:off x="1547418" y="2427214"/>
          <a:ext cx="1406744" cy="844046"/>
        </a:xfrm>
        <a:prstGeom prst="rect">
          <a:avLst/>
        </a:prstGeom>
        <a:solidFill>
          <a:schemeClr val="accent2">
            <a:hueOff val="4096329"/>
            <a:satOff val="-5109"/>
            <a:lumOff val="1201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8. Summary &amp; Conclusion</a:t>
          </a:r>
        </a:p>
      </dsp:txBody>
      <dsp:txXfrm>
        <a:off x="1547418" y="2427214"/>
        <a:ext cx="1406744" cy="844046"/>
      </dsp:txXfrm>
    </dsp:sp>
    <dsp:sp modelId="{87F3E805-0421-4E43-B908-6D6BAEEEE19F}">
      <dsp:nvSpPr>
        <dsp:cNvPr id="0" name=""/>
        <dsp:cNvSpPr/>
      </dsp:nvSpPr>
      <dsp:spPr>
        <a:xfrm>
          <a:off x="3094837" y="2427214"/>
          <a:ext cx="1406744" cy="844046"/>
        </a:xfrm>
        <a:prstGeom prst="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9. Q&amp;A</a:t>
          </a:r>
        </a:p>
      </dsp:txBody>
      <dsp:txXfrm>
        <a:off x="3094837" y="2427214"/>
        <a:ext cx="1406744" cy="84404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E13BEE5-8F21-4D50-BC35-6C9083D3393F}">
      <dsp:nvSpPr>
        <dsp:cNvPr id="0" name=""/>
        <dsp:cNvSpPr/>
      </dsp:nvSpPr>
      <dsp:spPr>
        <a:xfrm>
          <a:off x="4476288" y="1038"/>
          <a:ext cx="644946" cy="6449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/>
            <a:t>Completed:</a:t>
          </a:r>
        </a:p>
      </dsp:txBody>
      <dsp:txXfrm>
        <a:off x="4476288" y="1038"/>
        <a:ext cx="644946" cy="644946"/>
      </dsp:txXfrm>
    </dsp:sp>
    <dsp:sp modelId="{66B6EC65-78AB-4AD3-921E-B246B25065E0}">
      <dsp:nvSpPr>
        <dsp:cNvPr id="0" name=""/>
        <dsp:cNvSpPr/>
      </dsp:nvSpPr>
      <dsp:spPr>
        <a:xfrm>
          <a:off x="1978785" y="66666"/>
          <a:ext cx="4272029" cy="4272029"/>
        </a:xfrm>
        <a:prstGeom prst="circularArrow">
          <a:avLst>
            <a:gd name="adj1" fmla="val 2944"/>
            <a:gd name="adj2" fmla="val 180186"/>
            <a:gd name="adj3" fmla="val 18936074"/>
            <a:gd name="adj4" fmla="val 18013016"/>
            <a:gd name="adj5" fmla="val 3435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3DF3CD7-75E4-4F9B-8B1B-A5D3F8F1BF03}">
      <dsp:nvSpPr>
        <dsp:cNvPr id="0" name=""/>
        <dsp:cNvSpPr/>
      </dsp:nvSpPr>
      <dsp:spPr>
        <a:xfrm>
          <a:off x="5524178" y="880322"/>
          <a:ext cx="644946" cy="6449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/>
            <a:t>• Layout built</a:t>
          </a:r>
        </a:p>
      </dsp:txBody>
      <dsp:txXfrm>
        <a:off x="5524178" y="880322"/>
        <a:ext cx="644946" cy="644946"/>
      </dsp:txXfrm>
    </dsp:sp>
    <dsp:sp modelId="{B90AC9F2-A82F-4C8F-A74F-27DBE64CFC22}">
      <dsp:nvSpPr>
        <dsp:cNvPr id="0" name=""/>
        <dsp:cNvSpPr/>
      </dsp:nvSpPr>
      <dsp:spPr>
        <a:xfrm>
          <a:off x="1978785" y="66666"/>
          <a:ext cx="4272029" cy="4272029"/>
        </a:xfrm>
        <a:prstGeom prst="circularArrow">
          <a:avLst>
            <a:gd name="adj1" fmla="val 2944"/>
            <a:gd name="adj2" fmla="val 180186"/>
            <a:gd name="adj3" fmla="val 21462419"/>
            <a:gd name="adj4" fmla="val 20411975"/>
            <a:gd name="adj5" fmla="val 3435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8DA4AA2-71DF-44DB-98DB-290489F424E8}">
      <dsp:nvSpPr>
        <dsp:cNvPr id="0" name=""/>
        <dsp:cNvSpPr/>
      </dsp:nvSpPr>
      <dsp:spPr>
        <a:xfrm>
          <a:off x="5761715" y="2227464"/>
          <a:ext cx="644946" cy="6449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/>
            <a:t>• CSS &amp; responsive design</a:t>
          </a:r>
        </a:p>
      </dsp:txBody>
      <dsp:txXfrm>
        <a:off x="5761715" y="2227464"/>
        <a:ext cx="644946" cy="644946"/>
      </dsp:txXfrm>
    </dsp:sp>
    <dsp:sp modelId="{1AE98BCC-8FF7-4164-8FED-D5107503F170}">
      <dsp:nvSpPr>
        <dsp:cNvPr id="0" name=""/>
        <dsp:cNvSpPr/>
      </dsp:nvSpPr>
      <dsp:spPr>
        <a:xfrm>
          <a:off x="1978785" y="66666"/>
          <a:ext cx="4272029" cy="4272029"/>
        </a:xfrm>
        <a:prstGeom prst="circularArrow">
          <a:avLst>
            <a:gd name="adj1" fmla="val 2944"/>
            <a:gd name="adj2" fmla="val 180186"/>
            <a:gd name="adj3" fmla="val 2052635"/>
            <a:gd name="adj4" fmla="val 1174000"/>
            <a:gd name="adj5" fmla="val 3435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C57B454-F464-45C4-AB25-F7B85DBE79A3}">
      <dsp:nvSpPr>
        <dsp:cNvPr id="0" name=""/>
        <dsp:cNvSpPr/>
      </dsp:nvSpPr>
      <dsp:spPr>
        <a:xfrm>
          <a:off x="5077754" y="3412120"/>
          <a:ext cx="644946" cy="6449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/>
            <a:t>• API connected</a:t>
          </a:r>
        </a:p>
      </dsp:txBody>
      <dsp:txXfrm>
        <a:off x="5077754" y="3412120"/>
        <a:ext cx="644946" cy="644946"/>
      </dsp:txXfrm>
    </dsp:sp>
    <dsp:sp modelId="{31792313-DC8E-4900-B3F4-4F4186EDFDA0}">
      <dsp:nvSpPr>
        <dsp:cNvPr id="0" name=""/>
        <dsp:cNvSpPr/>
      </dsp:nvSpPr>
      <dsp:spPr>
        <a:xfrm>
          <a:off x="1978785" y="66666"/>
          <a:ext cx="4272029" cy="4272029"/>
        </a:xfrm>
        <a:prstGeom prst="circularArrow">
          <a:avLst>
            <a:gd name="adj1" fmla="val 2944"/>
            <a:gd name="adj2" fmla="val 180186"/>
            <a:gd name="adj3" fmla="val 4663028"/>
            <a:gd name="adj4" fmla="val 3672868"/>
            <a:gd name="adj5" fmla="val 3435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E65F1F4-01A3-4A0D-B625-92C8438BC58C}">
      <dsp:nvSpPr>
        <dsp:cNvPr id="0" name=""/>
        <dsp:cNvSpPr/>
      </dsp:nvSpPr>
      <dsp:spPr>
        <a:xfrm>
          <a:off x="3792326" y="3879977"/>
          <a:ext cx="644946" cy="6449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/>
            <a:t>• Dynamic search results</a:t>
          </a:r>
        </a:p>
      </dsp:txBody>
      <dsp:txXfrm>
        <a:off x="3792326" y="3879977"/>
        <a:ext cx="644946" cy="644946"/>
      </dsp:txXfrm>
    </dsp:sp>
    <dsp:sp modelId="{0F54FB3C-E06F-421C-B9CD-36F55884B52C}">
      <dsp:nvSpPr>
        <dsp:cNvPr id="0" name=""/>
        <dsp:cNvSpPr/>
      </dsp:nvSpPr>
      <dsp:spPr>
        <a:xfrm>
          <a:off x="1978785" y="66666"/>
          <a:ext cx="4272029" cy="4272029"/>
        </a:xfrm>
        <a:prstGeom prst="circularArrow">
          <a:avLst>
            <a:gd name="adj1" fmla="val 2944"/>
            <a:gd name="adj2" fmla="val 180186"/>
            <a:gd name="adj3" fmla="val 6946946"/>
            <a:gd name="adj4" fmla="val 5956786"/>
            <a:gd name="adj5" fmla="val 3435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6C23DFC-CD15-40FD-AECD-AC7A80A6FCF7}">
      <dsp:nvSpPr>
        <dsp:cNvPr id="0" name=""/>
        <dsp:cNvSpPr/>
      </dsp:nvSpPr>
      <dsp:spPr>
        <a:xfrm>
          <a:off x="2506899" y="3412120"/>
          <a:ext cx="644946" cy="6449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/>
            <a:t>• Details page finished</a:t>
          </a:r>
        </a:p>
      </dsp:txBody>
      <dsp:txXfrm>
        <a:off x="2506899" y="3412120"/>
        <a:ext cx="644946" cy="644946"/>
      </dsp:txXfrm>
    </dsp:sp>
    <dsp:sp modelId="{32907B58-213D-42B0-BD0E-62A98E4475AA}">
      <dsp:nvSpPr>
        <dsp:cNvPr id="0" name=""/>
        <dsp:cNvSpPr/>
      </dsp:nvSpPr>
      <dsp:spPr>
        <a:xfrm>
          <a:off x="1978785" y="66666"/>
          <a:ext cx="4272029" cy="4272029"/>
        </a:xfrm>
        <a:prstGeom prst="circularArrow">
          <a:avLst>
            <a:gd name="adj1" fmla="val 2944"/>
            <a:gd name="adj2" fmla="val 180186"/>
            <a:gd name="adj3" fmla="val 9445814"/>
            <a:gd name="adj4" fmla="val 8567179"/>
            <a:gd name="adj5" fmla="val 3435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768A4F1-72EB-4C3D-8DC2-75F2DC310921}">
      <dsp:nvSpPr>
        <dsp:cNvPr id="0" name=""/>
        <dsp:cNvSpPr/>
      </dsp:nvSpPr>
      <dsp:spPr>
        <a:xfrm>
          <a:off x="1822937" y="2227464"/>
          <a:ext cx="644946" cy="6449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/>
            <a:t>• Placeholder images</a:t>
          </a:r>
        </a:p>
      </dsp:txBody>
      <dsp:txXfrm>
        <a:off x="1822937" y="2227464"/>
        <a:ext cx="644946" cy="644946"/>
      </dsp:txXfrm>
    </dsp:sp>
    <dsp:sp modelId="{8B0DBD35-44D2-496D-B0F1-79F56E5FB47D}">
      <dsp:nvSpPr>
        <dsp:cNvPr id="0" name=""/>
        <dsp:cNvSpPr/>
      </dsp:nvSpPr>
      <dsp:spPr>
        <a:xfrm>
          <a:off x="1978785" y="66666"/>
          <a:ext cx="4272029" cy="4272029"/>
        </a:xfrm>
        <a:prstGeom prst="circularArrow">
          <a:avLst>
            <a:gd name="adj1" fmla="val 2944"/>
            <a:gd name="adj2" fmla="val 180186"/>
            <a:gd name="adj3" fmla="val 11807839"/>
            <a:gd name="adj4" fmla="val 10757395"/>
            <a:gd name="adj5" fmla="val 3435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9DEEE73-D394-42E9-B623-8F540E56AB4D}">
      <dsp:nvSpPr>
        <dsp:cNvPr id="0" name=""/>
        <dsp:cNvSpPr/>
      </dsp:nvSpPr>
      <dsp:spPr>
        <a:xfrm>
          <a:off x="2060475" y="880322"/>
          <a:ext cx="644946" cy="6449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/>
            <a:t>• UI polish</a:t>
          </a:r>
        </a:p>
      </dsp:txBody>
      <dsp:txXfrm>
        <a:off x="2060475" y="880322"/>
        <a:ext cx="644946" cy="644946"/>
      </dsp:txXfrm>
    </dsp:sp>
    <dsp:sp modelId="{1A1A9150-D51A-4CBF-832A-57F2EEF28AF2}">
      <dsp:nvSpPr>
        <dsp:cNvPr id="0" name=""/>
        <dsp:cNvSpPr/>
      </dsp:nvSpPr>
      <dsp:spPr>
        <a:xfrm>
          <a:off x="1978785" y="66666"/>
          <a:ext cx="4272029" cy="4272029"/>
        </a:xfrm>
        <a:prstGeom prst="circularArrow">
          <a:avLst>
            <a:gd name="adj1" fmla="val 2944"/>
            <a:gd name="adj2" fmla="val 180186"/>
            <a:gd name="adj3" fmla="val 14206798"/>
            <a:gd name="adj4" fmla="val 13283740"/>
            <a:gd name="adj5" fmla="val 3435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F62B844-15FF-4652-9226-FC562335B15D}">
      <dsp:nvSpPr>
        <dsp:cNvPr id="0" name=""/>
        <dsp:cNvSpPr/>
      </dsp:nvSpPr>
      <dsp:spPr>
        <a:xfrm>
          <a:off x="3108365" y="1038"/>
          <a:ext cx="644946" cy="6449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/>
            <a:t>Status: Fully functional prototype.</a:t>
          </a:r>
        </a:p>
      </dsp:txBody>
      <dsp:txXfrm>
        <a:off x="3108365" y="1038"/>
        <a:ext cx="644946" cy="644946"/>
      </dsp:txXfrm>
    </dsp:sp>
    <dsp:sp modelId="{4038A086-8FC7-4363-926D-05895A355091}">
      <dsp:nvSpPr>
        <dsp:cNvPr id="0" name=""/>
        <dsp:cNvSpPr/>
      </dsp:nvSpPr>
      <dsp:spPr>
        <a:xfrm>
          <a:off x="1978785" y="66666"/>
          <a:ext cx="4272029" cy="4272029"/>
        </a:xfrm>
        <a:prstGeom prst="circularArrow">
          <a:avLst>
            <a:gd name="adj1" fmla="val 2944"/>
            <a:gd name="adj2" fmla="val 180186"/>
            <a:gd name="adj3" fmla="val 16644673"/>
            <a:gd name="adj4" fmla="val 15575141"/>
            <a:gd name="adj5" fmla="val 3435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0872785-FE87-4DFD-B8CD-2644FCF6DB9F}">
      <dsp:nvSpPr>
        <dsp:cNvPr id="0" name=""/>
        <dsp:cNvSpPr/>
      </dsp:nvSpPr>
      <dsp:spPr>
        <a:xfrm>
          <a:off x="0" y="2209"/>
          <a:ext cx="8229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9ECDF48-53A9-4EF5-8DEB-282D1BF2F41C}">
      <dsp:nvSpPr>
        <dsp:cNvPr id="0" name=""/>
        <dsp:cNvSpPr/>
      </dsp:nvSpPr>
      <dsp:spPr>
        <a:xfrm>
          <a:off x="0" y="2209"/>
          <a:ext cx="8229600" cy="15071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36220" tIns="236220" rIns="236220" bIns="236220" numCol="1" spcCol="1270" anchor="t" anchorCtr="0">
          <a:noAutofit/>
        </a:bodyPr>
        <a:lstStyle/>
        <a:p>
          <a:pPr marL="0" lvl="0" indent="0" algn="l" defTabSz="2755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200" kern="1200"/>
            <a:t>Luke – index.html &amp; CSS</a:t>
          </a:r>
        </a:p>
      </dsp:txBody>
      <dsp:txXfrm>
        <a:off x="0" y="2209"/>
        <a:ext cx="8229600" cy="1507181"/>
      </dsp:txXfrm>
    </dsp:sp>
    <dsp:sp modelId="{5445E4F7-B53B-4672-88C0-A53FE9A71D2B}">
      <dsp:nvSpPr>
        <dsp:cNvPr id="0" name=""/>
        <dsp:cNvSpPr/>
      </dsp:nvSpPr>
      <dsp:spPr>
        <a:xfrm>
          <a:off x="0" y="1509390"/>
          <a:ext cx="8229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4089BFA-6D74-4491-8A80-BC1FDC87CA9B}">
      <dsp:nvSpPr>
        <dsp:cNvPr id="0" name=""/>
        <dsp:cNvSpPr/>
      </dsp:nvSpPr>
      <dsp:spPr>
        <a:xfrm>
          <a:off x="0" y="1509390"/>
          <a:ext cx="8229600" cy="15071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36220" tIns="236220" rIns="236220" bIns="236220" numCol="1" spcCol="1270" anchor="t" anchorCtr="0">
          <a:noAutofit/>
        </a:bodyPr>
        <a:lstStyle/>
        <a:p>
          <a:pPr marL="0" lvl="0" indent="0" algn="l" defTabSz="2755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200" kern="1200"/>
            <a:t>Morgan – main.js</a:t>
          </a:r>
        </a:p>
      </dsp:txBody>
      <dsp:txXfrm>
        <a:off x="0" y="1509390"/>
        <a:ext cx="8229600" cy="1507181"/>
      </dsp:txXfrm>
    </dsp:sp>
    <dsp:sp modelId="{4F46845F-11CB-4D99-9088-EEF375DAE8F2}">
      <dsp:nvSpPr>
        <dsp:cNvPr id="0" name=""/>
        <dsp:cNvSpPr/>
      </dsp:nvSpPr>
      <dsp:spPr>
        <a:xfrm>
          <a:off x="0" y="3016572"/>
          <a:ext cx="8229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72FD84E-5C1B-43CD-9F68-4AE0B0A2251C}">
      <dsp:nvSpPr>
        <dsp:cNvPr id="0" name=""/>
        <dsp:cNvSpPr/>
      </dsp:nvSpPr>
      <dsp:spPr>
        <a:xfrm>
          <a:off x="0" y="3016572"/>
          <a:ext cx="8229600" cy="15071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36220" tIns="236220" rIns="236220" bIns="236220" numCol="1" spcCol="1270" anchor="t" anchorCtr="0">
          <a:noAutofit/>
        </a:bodyPr>
        <a:lstStyle/>
        <a:p>
          <a:pPr marL="0" lvl="0" indent="0" algn="l" defTabSz="2755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200" kern="1200"/>
            <a:t>Trey – details.html</a:t>
          </a:r>
        </a:p>
      </dsp:txBody>
      <dsp:txXfrm>
        <a:off x="0" y="3016572"/>
        <a:ext cx="8229600" cy="150718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ycle1">
  <dgm:title val=""/>
  <dgm:desc val=""/>
  <dgm:catLst>
    <dgm:cat type="cycle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alg type="cycle">
          <dgm:param type="stAng" val="0"/>
          <dgm:param type="spanAng" val="360"/>
        </dgm:alg>
      </dgm:if>
      <dgm:else name="Name2">
        <dgm:alg type="cycle">
          <dgm:param type="stAng" val="0"/>
          <dgm:param type="spanAng" val="-360"/>
        </dgm:alg>
      </dgm:else>
    </dgm:choose>
    <dgm:shape xmlns:r="http://schemas.openxmlformats.org/officeDocument/2006/relationships" r:blip="">
      <dgm:adjLst/>
    </dgm:shape>
    <dgm:presOf/>
    <dgm:choose name="Name3">
      <dgm:if name="Name4" func="var" arg="dir" op="equ" val="norm">
        <dgm:constrLst>
          <dgm:constr type="diam" val="1"/>
          <dgm:constr type="w" for="ch" forName="node" refType="w"/>
          <dgm:constr type="w" for="ch" ptType="sibTrans" refType="w" refFor="ch" refForName="node" fact="0.5"/>
          <dgm:constr type="h" for="ch" ptType="sibTrans" op="equ"/>
          <dgm:constr type="diam" for="ch" ptType="sibTrans" refType="diam" op="equ"/>
          <dgm:constr type="sibSp" refType="w" refFor="ch" refForName="node" fact="0.15"/>
          <dgm:constr type="w" for="ch" forName="dummy" refType="sibSp" fact="2.8"/>
          <dgm:constr type="primFontSz" for="ch" forName="node" op="equ" val="65"/>
        </dgm:constrLst>
      </dgm:if>
      <dgm:else name="Name5">
        <dgm:constrLst>
          <dgm:constr type="diam" val="1"/>
          <dgm:constr type="w" for="ch" forName="node" refType="w"/>
          <dgm:constr type="w" for="ch" ptType="sibTrans" refType="w" refFor="ch" refForName="node" fact="0.5"/>
          <dgm:constr type="h" for="ch" ptType="sibTrans" op="equ"/>
          <dgm:constr type="diam" for="ch" ptType="sibTrans" refType="diam" op="equ" fact="-1"/>
          <dgm:constr type="sibSp" refType="w" refFor="ch" refForName="node" fact="0.15"/>
          <dgm:constr type="w" for="ch" forName="dummy" refType="sibSp" fact="2.8"/>
          <dgm:constr type="primFontSz" for="ch" forName="node" op="equ" val="65"/>
        </dgm:constrLst>
      </dgm:else>
    </dgm:choose>
    <dgm:ruleLst>
      <dgm:rule type="diam" val="INF" fact="NaN" max="NaN"/>
    </dgm:ruleLst>
    <dgm:forEach name="nodesForEach" axis="ch" ptType="node">
      <dgm:choose name="Name6">
        <dgm:if name="Name7" axis="par ch" ptType="doc node" func="cnt" op="gt" val="1">
          <dgm:layoutNode name="dummy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</dgm:if>
        <dgm:else name="Name8"/>
      </dgm:choose>
      <dgm:layoutNode name="node" styleLbl="revTx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Name11" axis="followSib" ptType="sibTrans" hideLastTrans="0" cnt="1">
            <dgm:layoutNode name="sibTrans" styleLbl="node1">
              <dgm:alg type="conn">
                <dgm:param type="connRout" val="curve"/>
                <dgm:param type="begPts" val="radial"/>
                <dgm:param type="endPts" val="radial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begPad"/>
                <dgm:constr type="endPad"/>
              </dgm:constrLst>
              <dgm:ruleLst/>
            </dgm:layoutNode>
          </dgm:forEach>
        </dgm:if>
        <dgm:else name="Name12"/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699" y="687480"/>
            <a:ext cx="5605629" cy="994172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000"/>
              <a:t>Movie Search API Prototype Development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52321" y="2227943"/>
            <a:ext cx="5033221" cy="3788227"/>
          </a:xfrm>
        </p:spPr>
        <p:txBody>
          <a:bodyPr anchor="ctr">
            <a:normAutofit/>
          </a:bodyPr>
          <a:lstStyle/>
          <a:p>
            <a:r>
              <a:rPr lang="en-US" sz="2100" dirty="0"/>
              <a:t>Team Members:</a:t>
            </a:r>
          </a:p>
          <a:p>
            <a:r>
              <a:rPr lang="en-US" sz="2100" dirty="0"/>
              <a:t>Luke – Index Page &amp; CSS</a:t>
            </a:r>
          </a:p>
          <a:p>
            <a:r>
              <a:rPr lang="en-US" sz="2100" dirty="0"/>
              <a:t>Morgan – JavaScript Logic</a:t>
            </a:r>
          </a:p>
          <a:p>
            <a:r>
              <a:rPr lang="en-US" sz="2100" dirty="0"/>
              <a:t>Trey – Details Page &amp; Data Rendering</a:t>
            </a:r>
          </a:p>
          <a:p>
            <a:endParaRPr lang="en-US" sz="2100" dirty="0"/>
          </a:p>
          <a:p>
            <a:r>
              <a:rPr lang="en-US" sz="2100" dirty="0"/>
              <a:t>Contact Emails:</a:t>
            </a:r>
          </a:p>
          <a:p>
            <a:r>
              <a:rPr lang="en-US" sz="2100" dirty="0"/>
              <a:t>Luke: ldavis12@rams.shepherd.edu</a:t>
            </a:r>
          </a:p>
          <a:p>
            <a:r>
              <a:rPr lang="en-US" sz="2100" dirty="0"/>
              <a:t>Morgan: mdehof01@rams.shepherd.edu</a:t>
            </a:r>
          </a:p>
          <a:p>
            <a:r>
              <a:rPr lang="en-US" sz="2100" dirty="0"/>
              <a:t>Trey:trios01@rams.shepherd.edu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9A309A7-1751-4ABE-A3C1-EEC40366AD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89435" y="0"/>
            <a:ext cx="195456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967D8EB6-EAE1-4F9C-B398-83321E2872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29567" y="2369132"/>
            <a:ext cx="2119736" cy="2119736"/>
          </a:xfrm>
          <a:prstGeom prst="ellipse">
            <a:avLst/>
          </a:prstGeom>
          <a:solidFill>
            <a:srgbClr val="FFFFFF"/>
          </a:solidFill>
          <a:ln w="222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7" name="Graphic 6" descr="Social Network">
            <a:extLst>
              <a:ext uri="{FF2B5EF4-FFF2-40B4-BE49-F238E27FC236}">
                <a16:creationId xmlns:a16="http://schemas.microsoft.com/office/drawing/2014/main" id="{3BEA0696-C1E5-4DAF-1DD3-56BA95AF8E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24964" y="2865141"/>
            <a:ext cx="1143455" cy="114345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D1D34770-47A8-402C-AF23-2B653F2D88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7509" y="723898"/>
            <a:ext cx="4501582" cy="1495425"/>
          </a:xfrm>
        </p:spPr>
        <p:txBody>
          <a:bodyPr>
            <a:normAutofit/>
          </a:bodyPr>
          <a:lstStyle/>
          <a:p>
            <a:r>
              <a:rPr lang="en-US" sz="3500"/>
              <a:t>Table of Contents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C18892B-4235-4EB4-F392-1E5F268153D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3154" r="30400" b="-1"/>
          <a:stretch>
            <a:fillRect/>
          </a:stretch>
        </p:blipFill>
        <p:spPr>
          <a:xfrm>
            <a:off x="5399580" y="10"/>
            <a:ext cx="3744420" cy="6857990"/>
          </a:xfrm>
          <a:prstGeom prst="rect">
            <a:avLst/>
          </a:prstGeom>
          <a:effectLst/>
        </p:spPr>
      </p:pic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D4E7865-5158-6AB0-AB1E-207BA4A218E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21720714"/>
              </p:ext>
            </p:extLst>
          </p:nvPr>
        </p:nvGraphicFramePr>
        <p:xfrm>
          <a:off x="627510" y="2405067"/>
          <a:ext cx="4501582" cy="372903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D1D34770-47A8-402C-AF23-2B653F2D88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7509" y="723898"/>
            <a:ext cx="4501582" cy="1495425"/>
          </a:xfrm>
        </p:spPr>
        <p:txBody>
          <a:bodyPr>
            <a:normAutofit/>
          </a:bodyPr>
          <a:lstStyle/>
          <a:p>
            <a:r>
              <a:rPr lang="en-US" sz="3500"/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7510" y="2405067"/>
            <a:ext cx="4501582" cy="3729034"/>
          </a:xfrm>
        </p:spPr>
        <p:txBody>
          <a:bodyPr>
            <a:normAutofit/>
          </a:bodyPr>
          <a:lstStyle/>
          <a:p>
            <a:r>
              <a:rPr lang="en-US" sz="1700" dirty="0"/>
              <a:t>A Movie/TV Show Search Web App using the </a:t>
            </a:r>
            <a:r>
              <a:rPr lang="en-US" sz="1700" dirty="0" err="1"/>
              <a:t>TVMaze</a:t>
            </a:r>
            <a:r>
              <a:rPr lang="en-US" sz="1700" dirty="0"/>
              <a:t> API.</a:t>
            </a:r>
          </a:p>
          <a:p>
            <a:r>
              <a:rPr lang="en-US" sz="1700" dirty="0"/>
              <a:t>Searches TV shows &amp; movies</a:t>
            </a:r>
          </a:p>
          <a:p>
            <a:r>
              <a:rPr lang="en-US" sz="1700" dirty="0"/>
              <a:t>Displays posters, ratings, summaries</a:t>
            </a:r>
          </a:p>
          <a:p>
            <a:r>
              <a:rPr lang="en-US" sz="1700" dirty="0"/>
              <a:t>Shows detailed info on a second page</a:t>
            </a:r>
          </a:p>
          <a:p>
            <a:r>
              <a:rPr lang="en-US" sz="1700" dirty="0"/>
              <a:t>Goal: A simple, fast web app without a database.</a:t>
            </a:r>
          </a:p>
        </p:txBody>
      </p:sp>
      <p:pic>
        <p:nvPicPr>
          <p:cNvPr id="5" name="Picture 4" descr="Abstract background">
            <a:extLst>
              <a:ext uri="{FF2B5EF4-FFF2-40B4-BE49-F238E27FC236}">
                <a16:creationId xmlns:a16="http://schemas.microsoft.com/office/drawing/2014/main" id="{A1F00261-D9AB-74EC-C0D9-125334342B9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3397" r="13844"/>
          <a:stretch>
            <a:fillRect/>
          </a:stretch>
        </p:blipFill>
        <p:spPr>
          <a:xfrm>
            <a:off x="5399580" y="10"/>
            <a:ext cx="3744420" cy="6857990"/>
          </a:xfrm>
          <a:prstGeom prst="rect">
            <a:avLst/>
          </a:prstGeom>
          <a:effectLst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Film reel and slate">
            <a:extLst>
              <a:ext uri="{FF2B5EF4-FFF2-40B4-BE49-F238E27FC236}">
                <a16:creationId xmlns:a16="http://schemas.microsoft.com/office/drawing/2014/main" id="{9221B536-60C3-29C2-E6C0-B3C2754B536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879" r="24533" b="-1"/>
          <a:stretch>
            <a:fillRect/>
          </a:stretch>
        </p:blipFill>
        <p:spPr>
          <a:xfrm>
            <a:off x="1891767" y="10"/>
            <a:ext cx="7252231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542696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2866641" cy="1899912"/>
          </a:xfrm>
        </p:spPr>
        <p:txBody>
          <a:bodyPr>
            <a:normAutofit/>
          </a:bodyPr>
          <a:lstStyle/>
          <a:p>
            <a:r>
              <a:rPr lang="en-US" sz="3500"/>
              <a:t>Purpose &amp; 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2434201"/>
            <a:ext cx="2866641" cy="3742762"/>
          </a:xfrm>
        </p:spPr>
        <p:txBody>
          <a:bodyPr>
            <a:normAutofit/>
          </a:bodyPr>
          <a:lstStyle/>
          <a:p>
            <a:r>
              <a:rPr lang="en-US" sz="1700"/>
              <a:t>Purpose: Provide a lightweight, real-time movie search tool.</a:t>
            </a:r>
          </a:p>
          <a:p>
            <a:r>
              <a:rPr lang="en-US" sz="1700"/>
              <a:t>Problem: Users need quick info without ads or clutter.</a:t>
            </a:r>
          </a:p>
          <a:p>
            <a:r>
              <a:rPr lang="en-US" sz="1700"/>
              <a:t>Solution: A clean app pulling show data instantly from TVMaze API.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Progress Since Last Presentation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0AC7930-DC5D-831A-CF83-9E43DDCEE1AD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Team Responsibilities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F551A97-4FFC-F1E7-EE4E-E0D17BEE3CC7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04C21BAE-6866-4C7A-A7EC-C1B2E572D5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Scene board in red background">
            <a:extLst>
              <a:ext uri="{FF2B5EF4-FFF2-40B4-BE49-F238E27FC236}">
                <a16:creationId xmlns:a16="http://schemas.microsoft.com/office/drawing/2014/main" id="{59F52248-358D-9B27-1DF2-EB1105A33BD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0999" b="-2"/>
          <a:stretch>
            <a:fillRect/>
          </a:stretch>
        </p:blipFill>
        <p:spPr>
          <a:xfrm>
            <a:off x="20" y="1"/>
            <a:ext cx="9143980" cy="6857999"/>
          </a:xfrm>
          <a:prstGeom prst="rect">
            <a:avLst/>
          </a:prstGeom>
        </p:spPr>
      </p:pic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C74F2646-08C7-4051-81DA-751C43A03F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0824" y="585274"/>
            <a:ext cx="5277038" cy="5492212"/>
          </a:xfrm>
          <a:custGeom>
            <a:avLst/>
            <a:gdLst>
              <a:gd name="connsiteX0" fmla="*/ 0 w 7036051"/>
              <a:gd name="connsiteY0" fmla="*/ 0 h 5492212"/>
              <a:gd name="connsiteX1" fmla="*/ 7036051 w 7036051"/>
              <a:gd name="connsiteY1" fmla="*/ 0 h 5492212"/>
              <a:gd name="connsiteX2" fmla="*/ 7036051 w 7036051"/>
              <a:gd name="connsiteY2" fmla="*/ 5163846 h 5492212"/>
              <a:gd name="connsiteX3" fmla="*/ 7012593 w 7036051"/>
              <a:gd name="connsiteY3" fmla="*/ 5176898 h 5492212"/>
              <a:gd name="connsiteX4" fmla="*/ 6958601 w 7036051"/>
              <a:gd name="connsiteY4" fmla="*/ 5204359 h 5492212"/>
              <a:gd name="connsiteX5" fmla="*/ 6951226 w 7036051"/>
              <a:gd name="connsiteY5" fmla="*/ 5203241 h 5492212"/>
              <a:gd name="connsiteX6" fmla="*/ 6920864 w 7036051"/>
              <a:gd name="connsiteY6" fmla="*/ 5220003 h 5492212"/>
              <a:gd name="connsiteX7" fmla="*/ 6834841 w 7036051"/>
              <a:gd name="connsiteY7" fmla="*/ 5266115 h 5492212"/>
              <a:gd name="connsiteX8" fmla="*/ 6777937 w 7036051"/>
              <a:gd name="connsiteY8" fmla="*/ 5332502 h 5492212"/>
              <a:gd name="connsiteX9" fmla="*/ 6752874 w 7036051"/>
              <a:gd name="connsiteY9" fmla="*/ 5340428 h 5492212"/>
              <a:gd name="connsiteX10" fmla="*/ 6711115 w 7036051"/>
              <a:gd name="connsiteY10" fmla="*/ 5353924 h 5492212"/>
              <a:gd name="connsiteX11" fmla="*/ 6702149 w 7036051"/>
              <a:gd name="connsiteY11" fmla="*/ 5351500 h 5492212"/>
              <a:gd name="connsiteX12" fmla="*/ 6698458 w 7036051"/>
              <a:gd name="connsiteY12" fmla="*/ 5352743 h 5492212"/>
              <a:gd name="connsiteX13" fmla="*/ 6698049 w 7036051"/>
              <a:gd name="connsiteY13" fmla="*/ 5352570 h 5492212"/>
              <a:gd name="connsiteX14" fmla="*/ 6697297 w 7036051"/>
              <a:gd name="connsiteY14" fmla="*/ 5353134 h 5492212"/>
              <a:gd name="connsiteX15" fmla="*/ 6689118 w 7036051"/>
              <a:gd name="connsiteY15" fmla="*/ 5355890 h 5492212"/>
              <a:gd name="connsiteX16" fmla="*/ 6670605 w 7036051"/>
              <a:gd name="connsiteY16" fmla="*/ 5355427 h 5492212"/>
              <a:gd name="connsiteX17" fmla="*/ 6659606 w 7036051"/>
              <a:gd name="connsiteY17" fmla="*/ 5357084 h 5492212"/>
              <a:gd name="connsiteX18" fmla="*/ 6649636 w 7036051"/>
              <a:gd name="connsiteY18" fmla="*/ 5367869 h 5492212"/>
              <a:gd name="connsiteX19" fmla="*/ 6642159 w 7036051"/>
              <a:gd name="connsiteY19" fmla="*/ 5369506 h 5492212"/>
              <a:gd name="connsiteX20" fmla="*/ 6640764 w 7036051"/>
              <a:gd name="connsiteY20" fmla="*/ 5370991 h 5492212"/>
              <a:gd name="connsiteX21" fmla="*/ 6636665 w 7036051"/>
              <a:gd name="connsiteY21" fmla="*/ 5374002 h 5492212"/>
              <a:gd name="connsiteX22" fmla="*/ 6641287 w 7036051"/>
              <a:gd name="connsiteY22" fmla="*/ 5376181 h 5492212"/>
              <a:gd name="connsiteX23" fmla="*/ 6591018 w 7036051"/>
              <a:gd name="connsiteY23" fmla="*/ 5390981 h 5492212"/>
              <a:gd name="connsiteX24" fmla="*/ 6548326 w 7036051"/>
              <a:gd name="connsiteY24" fmla="*/ 5403583 h 5492212"/>
              <a:gd name="connsiteX25" fmla="*/ 6472868 w 7036051"/>
              <a:gd name="connsiteY25" fmla="*/ 5394733 h 5492212"/>
              <a:gd name="connsiteX26" fmla="*/ 6401194 w 7036051"/>
              <a:gd name="connsiteY26" fmla="*/ 5422870 h 5492212"/>
              <a:gd name="connsiteX27" fmla="*/ 6381961 w 7036051"/>
              <a:gd name="connsiteY27" fmla="*/ 5422940 h 5492212"/>
              <a:gd name="connsiteX28" fmla="*/ 6363834 w 7036051"/>
              <a:gd name="connsiteY28" fmla="*/ 5417751 h 5492212"/>
              <a:gd name="connsiteX29" fmla="*/ 6363997 w 7036051"/>
              <a:gd name="connsiteY29" fmla="*/ 5415912 h 5492212"/>
              <a:gd name="connsiteX30" fmla="*/ 6361124 w 7036051"/>
              <a:gd name="connsiteY30" fmla="*/ 5415066 h 5492212"/>
              <a:gd name="connsiteX31" fmla="*/ 6358507 w 7036051"/>
              <a:gd name="connsiteY31" fmla="*/ 5416224 h 5492212"/>
              <a:gd name="connsiteX32" fmla="*/ 6355073 w 7036051"/>
              <a:gd name="connsiteY32" fmla="*/ 5415242 h 5492212"/>
              <a:gd name="connsiteX33" fmla="*/ 6345676 w 7036051"/>
              <a:gd name="connsiteY33" fmla="*/ 5413049 h 5492212"/>
              <a:gd name="connsiteX34" fmla="*/ 6342596 w 7036051"/>
              <a:gd name="connsiteY34" fmla="*/ 5409297 h 5492212"/>
              <a:gd name="connsiteX35" fmla="*/ 6305742 w 7036051"/>
              <a:gd name="connsiteY35" fmla="*/ 5401622 h 5492212"/>
              <a:gd name="connsiteX36" fmla="*/ 6294445 w 7036051"/>
              <a:gd name="connsiteY36" fmla="*/ 5404149 h 5492212"/>
              <a:gd name="connsiteX37" fmla="*/ 6281414 w 7036051"/>
              <a:gd name="connsiteY37" fmla="*/ 5398024 h 5492212"/>
              <a:gd name="connsiteX38" fmla="*/ 6243972 w 7036051"/>
              <a:gd name="connsiteY38" fmla="*/ 5395807 h 5492212"/>
              <a:gd name="connsiteX39" fmla="*/ 6202379 w 7036051"/>
              <a:gd name="connsiteY39" fmla="*/ 5388661 h 5492212"/>
              <a:gd name="connsiteX40" fmla="*/ 6173010 w 7036051"/>
              <a:gd name="connsiteY40" fmla="*/ 5380606 h 5492212"/>
              <a:gd name="connsiteX41" fmla="*/ 6093421 w 7036051"/>
              <a:gd name="connsiteY41" fmla="*/ 5375473 h 5492212"/>
              <a:gd name="connsiteX42" fmla="*/ 5959474 w 7036051"/>
              <a:gd name="connsiteY42" fmla="*/ 5373386 h 5492212"/>
              <a:gd name="connsiteX43" fmla="*/ 5931492 w 7036051"/>
              <a:gd name="connsiteY43" fmla="*/ 5371513 h 5492212"/>
              <a:gd name="connsiteX44" fmla="*/ 5909558 w 7036051"/>
              <a:gd name="connsiteY44" fmla="*/ 5364228 h 5492212"/>
              <a:gd name="connsiteX45" fmla="*/ 5906319 w 7036051"/>
              <a:gd name="connsiteY45" fmla="*/ 5357590 h 5492212"/>
              <a:gd name="connsiteX46" fmla="*/ 5891268 w 7036051"/>
              <a:gd name="connsiteY46" fmla="*/ 5355650 h 5492212"/>
              <a:gd name="connsiteX47" fmla="*/ 5887711 w 7036051"/>
              <a:gd name="connsiteY47" fmla="*/ 5353947 h 5492212"/>
              <a:gd name="connsiteX48" fmla="*/ 5866852 w 7036051"/>
              <a:gd name="connsiteY48" fmla="*/ 5345374 h 5492212"/>
              <a:gd name="connsiteX49" fmla="*/ 5811310 w 7036051"/>
              <a:gd name="connsiteY49" fmla="*/ 5356530 h 5492212"/>
              <a:gd name="connsiteX50" fmla="*/ 5770689 w 7036051"/>
              <a:gd name="connsiteY50" fmla="*/ 5359014 h 5492212"/>
              <a:gd name="connsiteX51" fmla="*/ 5767719 w 7036051"/>
              <a:gd name="connsiteY51" fmla="*/ 5357260 h 5492212"/>
              <a:gd name="connsiteX52" fmla="*/ 5765688 w 7036051"/>
              <a:gd name="connsiteY52" fmla="*/ 5352793 h 5492212"/>
              <a:gd name="connsiteX53" fmla="*/ 5758598 w 7036051"/>
              <a:gd name="connsiteY53" fmla="*/ 5351053 h 5492212"/>
              <a:gd name="connsiteX54" fmla="*/ 5752036 w 7036051"/>
              <a:gd name="connsiteY54" fmla="*/ 5346019 h 5492212"/>
              <a:gd name="connsiteX55" fmla="*/ 5503590 w 7036051"/>
              <a:gd name="connsiteY55" fmla="*/ 5325537 h 5492212"/>
              <a:gd name="connsiteX56" fmla="*/ 5389848 w 7036051"/>
              <a:gd name="connsiteY56" fmla="*/ 5351472 h 5492212"/>
              <a:gd name="connsiteX57" fmla="*/ 5344450 w 7036051"/>
              <a:gd name="connsiteY57" fmla="*/ 5354840 h 5492212"/>
              <a:gd name="connsiteX58" fmla="*/ 5338428 w 7036051"/>
              <a:gd name="connsiteY58" fmla="*/ 5350516 h 5492212"/>
              <a:gd name="connsiteX59" fmla="*/ 5273489 w 7036051"/>
              <a:gd name="connsiteY59" fmla="*/ 5373945 h 5492212"/>
              <a:gd name="connsiteX60" fmla="*/ 5182701 w 7036051"/>
              <a:gd name="connsiteY60" fmla="*/ 5370075 h 5492212"/>
              <a:gd name="connsiteX61" fmla="*/ 5114856 w 7036051"/>
              <a:gd name="connsiteY61" fmla="*/ 5361037 h 5492212"/>
              <a:gd name="connsiteX62" fmla="*/ 5076532 w 7036051"/>
              <a:gd name="connsiteY62" fmla="*/ 5358612 h 5492212"/>
              <a:gd name="connsiteX63" fmla="*/ 5048954 w 7036051"/>
              <a:gd name="connsiteY63" fmla="*/ 5353915 h 5492212"/>
              <a:gd name="connsiteX64" fmla="*/ 4977087 w 7036051"/>
              <a:gd name="connsiteY64" fmla="*/ 5357736 h 5492212"/>
              <a:gd name="connsiteX65" fmla="*/ 4857261 w 7036051"/>
              <a:gd name="connsiteY65" fmla="*/ 5370659 h 5492212"/>
              <a:gd name="connsiteX66" fmla="*/ 4769845 w 7036051"/>
              <a:gd name="connsiteY66" fmla="*/ 5353264 h 5492212"/>
              <a:gd name="connsiteX67" fmla="*/ 4722220 w 7036051"/>
              <a:gd name="connsiteY67" fmla="*/ 5370534 h 5492212"/>
              <a:gd name="connsiteX68" fmla="*/ 4667552 w 7036051"/>
              <a:gd name="connsiteY68" fmla="*/ 5366753 h 5492212"/>
              <a:gd name="connsiteX69" fmla="*/ 4454472 w 7036051"/>
              <a:gd name="connsiteY69" fmla="*/ 5391442 h 5492212"/>
              <a:gd name="connsiteX70" fmla="*/ 4317219 w 7036051"/>
              <a:gd name="connsiteY70" fmla="*/ 5411554 h 5492212"/>
              <a:gd name="connsiteX71" fmla="*/ 4298346 w 7036051"/>
              <a:gd name="connsiteY71" fmla="*/ 5416146 h 5492212"/>
              <a:gd name="connsiteX72" fmla="*/ 4298228 w 7036051"/>
              <a:gd name="connsiteY72" fmla="*/ 5417983 h 5492212"/>
              <a:gd name="connsiteX73" fmla="*/ 4295233 w 7036051"/>
              <a:gd name="connsiteY73" fmla="*/ 5418735 h 5492212"/>
              <a:gd name="connsiteX74" fmla="*/ 4292799 w 7036051"/>
              <a:gd name="connsiteY74" fmla="*/ 5417494 h 5492212"/>
              <a:gd name="connsiteX75" fmla="*/ 4289225 w 7036051"/>
              <a:gd name="connsiteY75" fmla="*/ 5418364 h 5492212"/>
              <a:gd name="connsiteX76" fmla="*/ 4279515 w 7036051"/>
              <a:gd name="connsiteY76" fmla="*/ 5420247 h 5492212"/>
              <a:gd name="connsiteX77" fmla="*/ 4275872 w 7036051"/>
              <a:gd name="connsiteY77" fmla="*/ 5423890 h 5492212"/>
              <a:gd name="connsiteX78" fmla="*/ 4227055 w 7036051"/>
              <a:gd name="connsiteY78" fmla="*/ 5427466 h 5492212"/>
              <a:gd name="connsiteX79" fmla="*/ 4213123 w 7036051"/>
              <a:gd name="connsiteY79" fmla="*/ 5433155 h 5492212"/>
              <a:gd name="connsiteX80" fmla="*/ 4175436 w 7036051"/>
              <a:gd name="connsiteY80" fmla="*/ 5434156 h 5492212"/>
              <a:gd name="connsiteX81" fmla="*/ 4132856 w 7036051"/>
              <a:gd name="connsiteY81" fmla="*/ 5439937 h 5492212"/>
              <a:gd name="connsiteX82" fmla="*/ 4102333 w 7036051"/>
              <a:gd name="connsiteY82" fmla="*/ 5447021 h 5492212"/>
              <a:gd name="connsiteX83" fmla="*/ 4022159 w 7036051"/>
              <a:gd name="connsiteY83" fmla="*/ 5449566 h 5492212"/>
              <a:gd name="connsiteX84" fmla="*/ 3888224 w 7036051"/>
              <a:gd name="connsiteY84" fmla="*/ 5447312 h 5492212"/>
              <a:gd name="connsiteX85" fmla="*/ 3860026 w 7036051"/>
              <a:gd name="connsiteY85" fmla="*/ 5448274 h 5492212"/>
              <a:gd name="connsiteX86" fmla="*/ 3832796 w 7036051"/>
              <a:gd name="connsiteY86" fmla="*/ 5461349 h 5492212"/>
              <a:gd name="connsiteX87" fmla="*/ 3817485 w 7036051"/>
              <a:gd name="connsiteY87" fmla="*/ 5462797 h 5492212"/>
              <a:gd name="connsiteX88" fmla="*/ 3813676 w 7036051"/>
              <a:gd name="connsiteY88" fmla="*/ 5464379 h 5492212"/>
              <a:gd name="connsiteX89" fmla="*/ 3791563 w 7036051"/>
              <a:gd name="connsiteY89" fmla="*/ 5472259 h 5492212"/>
              <a:gd name="connsiteX90" fmla="*/ 3737858 w 7036051"/>
              <a:gd name="connsiteY90" fmla="*/ 5459331 h 5492212"/>
              <a:gd name="connsiteX91" fmla="*/ 3697716 w 7036051"/>
              <a:gd name="connsiteY91" fmla="*/ 5455539 h 5492212"/>
              <a:gd name="connsiteX92" fmla="*/ 3694487 w 7036051"/>
              <a:gd name="connsiteY92" fmla="*/ 5457193 h 5492212"/>
              <a:gd name="connsiteX93" fmla="*/ 3691779 w 7036051"/>
              <a:gd name="connsiteY93" fmla="*/ 5461582 h 5492212"/>
              <a:gd name="connsiteX94" fmla="*/ 3684442 w 7036051"/>
              <a:gd name="connsiteY94" fmla="*/ 5463086 h 5492212"/>
              <a:gd name="connsiteX95" fmla="*/ 3677129 w 7036051"/>
              <a:gd name="connsiteY95" fmla="*/ 5467898 h 5492212"/>
              <a:gd name="connsiteX96" fmla="*/ 3438897 w 7036051"/>
              <a:gd name="connsiteY96" fmla="*/ 5462195 h 5492212"/>
              <a:gd name="connsiteX97" fmla="*/ 3389756 w 7036051"/>
              <a:gd name="connsiteY97" fmla="*/ 5444428 h 5492212"/>
              <a:gd name="connsiteX98" fmla="*/ 3316666 w 7036051"/>
              <a:gd name="connsiteY98" fmla="*/ 5450736 h 5492212"/>
              <a:gd name="connsiteX99" fmla="*/ 3271894 w 7036051"/>
              <a:gd name="connsiteY99" fmla="*/ 5445907 h 5492212"/>
              <a:gd name="connsiteX100" fmla="*/ 3265228 w 7036051"/>
              <a:gd name="connsiteY100" fmla="*/ 5450024 h 5492212"/>
              <a:gd name="connsiteX101" fmla="*/ 3204017 w 7036051"/>
              <a:gd name="connsiteY101" fmla="*/ 5424552 h 5492212"/>
              <a:gd name="connsiteX102" fmla="*/ 3112867 w 7036051"/>
              <a:gd name="connsiteY102" fmla="*/ 5425473 h 5492212"/>
              <a:gd name="connsiteX103" fmla="*/ 3043809 w 7036051"/>
              <a:gd name="connsiteY103" fmla="*/ 5432293 h 5492212"/>
              <a:gd name="connsiteX104" fmla="*/ 3005211 w 7036051"/>
              <a:gd name="connsiteY104" fmla="*/ 5433472 h 5492212"/>
              <a:gd name="connsiteX105" fmla="*/ 2976986 w 7036051"/>
              <a:gd name="connsiteY105" fmla="*/ 5437264 h 5492212"/>
              <a:gd name="connsiteX106" fmla="*/ 2905879 w 7036051"/>
              <a:gd name="connsiteY106" fmla="*/ 5431128 h 5492212"/>
              <a:gd name="connsiteX107" fmla="*/ 2788318 w 7036051"/>
              <a:gd name="connsiteY107" fmla="*/ 5414358 h 5492212"/>
              <a:gd name="connsiteX108" fmla="*/ 2653590 w 7036051"/>
              <a:gd name="connsiteY108" fmla="*/ 5410111 h 5492212"/>
              <a:gd name="connsiteX109" fmla="*/ 2598481 w 7036051"/>
              <a:gd name="connsiteY109" fmla="*/ 5412114 h 5492212"/>
              <a:gd name="connsiteX110" fmla="*/ 2333897 w 7036051"/>
              <a:gd name="connsiteY110" fmla="*/ 5408505 h 5492212"/>
              <a:gd name="connsiteX111" fmla="*/ 2271841 w 7036051"/>
              <a:gd name="connsiteY111" fmla="*/ 5396433 h 5492212"/>
              <a:gd name="connsiteX112" fmla="*/ 2143705 w 7036051"/>
              <a:gd name="connsiteY112" fmla="*/ 5345095 h 5492212"/>
              <a:gd name="connsiteX113" fmla="*/ 1986408 w 7036051"/>
              <a:gd name="connsiteY113" fmla="*/ 5335524 h 5492212"/>
              <a:gd name="connsiteX114" fmla="*/ 1975333 w 7036051"/>
              <a:gd name="connsiteY114" fmla="*/ 5325099 h 5492212"/>
              <a:gd name="connsiteX115" fmla="*/ 1972441 w 7036051"/>
              <a:gd name="connsiteY115" fmla="*/ 5323775 h 5492212"/>
              <a:gd name="connsiteX116" fmla="*/ 1971497 w 7036051"/>
              <a:gd name="connsiteY116" fmla="*/ 5324412 h 5492212"/>
              <a:gd name="connsiteX117" fmla="*/ 1956886 w 7036051"/>
              <a:gd name="connsiteY117" fmla="*/ 5327069 h 5492212"/>
              <a:gd name="connsiteX118" fmla="*/ 1924833 w 7036051"/>
              <a:gd name="connsiteY118" fmla="*/ 5344911 h 5492212"/>
              <a:gd name="connsiteX119" fmla="*/ 1885856 w 7036051"/>
              <a:gd name="connsiteY119" fmla="*/ 5367299 h 5492212"/>
              <a:gd name="connsiteX120" fmla="*/ 1855937 w 7036051"/>
              <a:gd name="connsiteY120" fmla="*/ 5372820 h 5492212"/>
              <a:gd name="connsiteX121" fmla="*/ 1784500 w 7036051"/>
              <a:gd name="connsiteY121" fmla="*/ 5395926 h 5492212"/>
              <a:gd name="connsiteX122" fmla="*/ 1737998 w 7036051"/>
              <a:gd name="connsiteY122" fmla="*/ 5407426 h 5492212"/>
              <a:gd name="connsiteX123" fmla="*/ 1736716 w 7036051"/>
              <a:gd name="connsiteY123" fmla="*/ 5407939 h 5492212"/>
              <a:gd name="connsiteX124" fmla="*/ 1726742 w 7036051"/>
              <a:gd name="connsiteY124" fmla="*/ 5405934 h 5492212"/>
              <a:gd name="connsiteX125" fmla="*/ 1726849 w 7036051"/>
              <a:gd name="connsiteY125" fmla="*/ 5401221 h 5492212"/>
              <a:gd name="connsiteX126" fmla="*/ 1718134 w 7036051"/>
              <a:gd name="connsiteY126" fmla="*/ 5398128 h 5492212"/>
              <a:gd name="connsiteX127" fmla="*/ 1701063 w 7036051"/>
              <a:gd name="connsiteY127" fmla="*/ 5400545 h 5492212"/>
              <a:gd name="connsiteX128" fmla="*/ 1694634 w 7036051"/>
              <a:gd name="connsiteY128" fmla="*/ 5398728 h 5492212"/>
              <a:gd name="connsiteX129" fmla="*/ 1692270 w 7036051"/>
              <a:gd name="connsiteY129" fmla="*/ 5399053 h 5492212"/>
              <a:gd name="connsiteX130" fmla="*/ 1686657 w 7036051"/>
              <a:gd name="connsiteY130" fmla="*/ 5399247 h 5492212"/>
              <a:gd name="connsiteX131" fmla="*/ 1687479 w 7036051"/>
              <a:gd name="connsiteY131" fmla="*/ 5402165 h 5492212"/>
              <a:gd name="connsiteX132" fmla="*/ 1680969 w 7036051"/>
              <a:gd name="connsiteY132" fmla="*/ 5407963 h 5492212"/>
              <a:gd name="connsiteX133" fmla="*/ 1648682 w 7036051"/>
              <a:gd name="connsiteY133" fmla="*/ 5407558 h 5492212"/>
              <a:gd name="connsiteX134" fmla="*/ 1646819 w 7036051"/>
              <a:gd name="connsiteY134" fmla="*/ 5404306 h 5492212"/>
              <a:gd name="connsiteX135" fmla="*/ 1642743 w 7036051"/>
              <a:gd name="connsiteY135" fmla="*/ 5403927 h 5492212"/>
              <a:gd name="connsiteX136" fmla="*/ 1639788 w 7036051"/>
              <a:gd name="connsiteY136" fmla="*/ 5407135 h 5492212"/>
              <a:gd name="connsiteX137" fmla="*/ 1585803 w 7036051"/>
              <a:gd name="connsiteY137" fmla="*/ 5416574 h 5492212"/>
              <a:gd name="connsiteX138" fmla="*/ 1513331 w 7036051"/>
              <a:gd name="connsiteY138" fmla="*/ 5423805 h 5492212"/>
              <a:gd name="connsiteX139" fmla="*/ 1460734 w 7036051"/>
              <a:gd name="connsiteY139" fmla="*/ 5411778 h 5492212"/>
              <a:gd name="connsiteX140" fmla="*/ 1456045 w 7036051"/>
              <a:gd name="connsiteY140" fmla="*/ 5414928 h 5492212"/>
              <a:gd name="connsiteX141" fmla="*/ 1419653 w 7036051"/>
              <a:gd name="connsiteY141" fmla="*/ 5415060 h 5492212"/>
              <a:gd name="connsiteX142" fmla="*/ 1292605 w 7036051"/>
              <a:gd name="connsiteY142" fmla="*/ 5394671 h 5492212"/>
              <a:gd name="connsiteX143" fmla="*/ 1221477 w 7036051"/>
              <a:gd name="connsiteY143" fmla="*/ 5395509 h 5492212"/>
              <a:gd name="connsiteX144" fmla="*/ 1196159 w 7036051"/>
              <a:gd name="connsiteY144" fmla="*/ 5399169 h 5492212"/>
              <a:gd name="connsiteX145" fmla="*/ 1153748 w 7036051"/>
              <a:gd name="connsiteY145" fmla="*/ 5405093 h 5492212"/>
              <a:gd name="connsiteX146" fmla="*/ 1121874 w 7036051"/>
              <a:gd name="connsiteY146" fmla="*/ 5417803 h 5492212"/>
              <a:gd name="connsiteX147" fmla="*/ 1086481 w 7036051"/>
              <a:gd name="connsiteY147" fmla="*/ 5419474 h 5492212"/>
              <a:gd name="connsiteX148" fmla="*/ 1078485 w 7036051"/>
              <a:gd name="connsiteY148" fmla="*/ 5409150 h 5492212"/>
              <a:gd name="connsiteX149" fmla="*/ 1040550 w 7036051"/>
              <a:gd name="connsiteY149" fmla="*/ 5414415 h 5492212"/>
              <a:gd name="connsiteX150" fmla="*/ 982981 w 7036051"/>
              <a:gd name="connsiteY150" fmla="*/ 5423575 h 5492212"/>
              <a:gd name="connsiteX151" fmla="*/ 949836 w 7036051"/>
              <a:gd name="connsiteY151" fmla="*/ 5426093 h 5492212"/>
              <a:gd name="connsiteX152" fmla="*/ 859237 w 7036051"/>
              <a:gd name="connsiteY152" fmla="*/ 5435973 h 5492212"/>
              <a:gd name="connsiteX153" fmla="*/ 768445 w 7036051"/>
              <a:gd name="connsiteY153" fmla="*/ 5448159 h 5492212"/>
              <a:gd name="connsiteX154" fmla="*/ 714393 w 7036051"/>
              <a:gd name="connsiteY154" fmla="*/ 5468302 h 5492212"/>
              <a:gd name="connsiteX155" fmla="*/ 639791 w 7036051"/>
              <a:gd name="connsiteY155" fmla="*/ 5476924 h 5492212"/>
              <a:gd name="connsiteX156" fmla="*/ 627266 w 7036051"/>
              <a:gd name="connsiteY156" fmla="*/ 5480260 h 5492212"/>
              <a:gd name="connsiteX157" fmla="*/ 609977 w 7036051"/>
              <a:gd name="connsiteY157" fmla="*/ 5478891 h 5492212"/>
              <a:gd name="connsiteX158" fmla="*/ 540688 w 7036051"/>
              <a:gd name="connsiteY158" fmla="*/ 5472807 h 5492212"/>
              <a:gd name="connsiteX159" fmla="*/ 486194 w 7036051"/>
              <a:gd name="connsiteY159" fmla="*/ 5462661 h 5492212"/>
              <a:gd name="connsiteX160" fmla="*/ 418164 w 7036051"/>
              <a:gd name="connsiteY160" fmla="*/ 5472485 h 5492212"/>
              <a:gd name="connsiteX161" fmla="*/ 376724 w 7036051"/>
              <a:gd name="connsiteY161" fmla="*/ 5470967 h 5492212"/>
              <a:gd name="connsiteX162" fmla="*/ 308908 w 7036051"/>
              <a:gd name="connsiteY162" fmla="*/ 5457025 h 5492212"/>
              <a:gd name="connsiteX163" fmla="*/ 219416 w 7036051"/>
              <a:gd name="connsiteY163" fmla="*/ 5463995 h 5492212"/>
              <a:gd name="connsiteX164" fmla="*/ 200977 w 7036051"/>
              <a:gd name="connsiteY164" fmla="*/ 5480608 h 5492212"/>
              <a:gd name="connsiteX165" fmla="*/ 176226 w 7036051"/>
              <a:gd name="connsiteY165" fmla="*/ 5491022 h 5492212"/>
              <a:gd name="connsiteX166" fmla="*/ 165702 w 7036051"/>
              <a:gd name="connsiteY166" fmla="*/ 5468604 h 5492212"/>
              <a:gd name="connsiteX167" fmla="*/ 88282 w 7036051"/>
              <a:gd name="connsiteY167" fmla="*/ 5453658 h 5492212"/>
              <a:gd name="connsiteX168" fmla="*/ 49602 w 7036051"/>
              <a:gd name="connsiteY168" fmla="*/ 5448762 h 5492212"/>
              <a:gd name="connsiteX169" fmla="*/ 22844 w 7036051"/>
              <a:gd name="connsiteY169" fmla="*/ 5450459 h 5492212"/>
              <a:gd name="connsiteX170" fmla="*/ 0 w 7036051"/>
              <a:gd name="connsiteY170" fmla="*/ 5447653 h 54922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</a:cxnLst>
            <a:rect l="l" t="t" r="r" b="b"/>
            <a:pathLst>
              <a:path w="7036051" h="5492212">
                <a:moveTo>
                  <a:pt x="0" y="0"/>
                </a:moveTo>
                <a:lnTo>
                  <a:pt x="7036051" y="0"/>
                </a:lnTo>
                <a:lnTo>
                  <a:pt x="7036051" y="5163846"/>
                </a:lnTo>
                <a:lnTo>
                  <a:pt x="7012593" y="5176898"/>
                </a:lnTo>
                <a:cubicBezTo>
                  <a:pt x="7010768" y="5193373"/>
                  <a:pt x="6968133" y="5178026"/>
                  <a:pt x="6958601" y="5204359"/>
                </a:cubicBezTo>
                <a:cubicBezTo>
                  <a:pt x="6956255" y="5203750"/>
                  <a:pt x="6953771" y="5203373"/>
                  <a:pt x="6951226" y="5203241"/>
                </a:cubicBezTo>
                <a:cubicBezTo>
                  <a:pt x="6936441" y="5202478"/>
                  <a:pt x="6922846" y="5209982"/>
                  <a:pt x="6920864" y="5220003"/>
                </a:cubicBezTo>
                <a:cubicBezTo>
                  <a:pt x="6902003" y="5258795"/>
                  <a:pt x="6863469" y="5243876"/>
                  <a:pt x="6834841" y="5266115"/>
                </a:cubicBezTo>
                <a:cubicBezTo>
                  <a:pt x="6800315" y="5289373"/>
                  <a:pt x="6805780" y="5289922"/>
                  <a:pt x="6777937" y="5332502"/>
                </a:cubicBezTo>
                <a:cubicBezTo>
                  <a:pt x="6765321" y="5328518"/>
                  <a:pt x="6759096" y="5331534"/>
                  <a:pt x="6752874" y="5340428"/>
                </a:cubicBezTo>
                <a:cubicBezTo>
                  <a:pt x="6735526" y="5351218"/>
                  <a:pt x="6717730" y="5333264"/>
                  <a:pt x="6711115" y="5353924"/>
                </a:cubicBezTo>
                <a:cubicBezTo>
                  <a:pt x="6709352" y="5351156"/>
                  <a:pt x="6706090" y="5350761"/>
                  <a:pt x="6702149" y="5351500"/>
                </a:cubicBezTo>
                <a:lnTo>
                  <a:pt x="6698458" y="5352743"/>
                </a:lnTo>
                <a:lnTo>
                  <a:pt x="6698049" y="5352570"/>
                </a:lnTo>
                <a:lnTo>
                  <a:pt x="6697297" y="5353134"/>
                </a:lnTo>
                <a:lnTo>
                  <a:pt x="6689118" y="5355890"/>
                </a:lnTo>
                <a:cubicBezTo>
                  <a:pt x="6680171" y="5359440"/>
                  <a:pt x="6671805" y="5362584"/>
                  <a:pt x="6670605" y="5355427"/>
                </a:cubicBezTo>
                <a:cubicBezTo>
                  <a:pt x="6665330" y="5354991"/>
                  <a:pt x="6661976" y="5355734"/>
                  <a:pt x="6659606" y="5357084"/>
                </a:cubicBezTo>
                <a:cubicBezTo>
                  <a:pt x="6654864" y="5359782"/>
                  <a:pt x="6654050" y="5364908"/>
                  <a:pt x="6649636" y="5367869"/>
                </a:cubicBezTo>
                <a:lnTo>
                  <a:pt x="6642159" y="5369506"/>
                </a:lnTo>
                <a:lnTo>
                  <a:pt x="6640764" y="5370991"/>
                </a:lnTo>
                <a:lnTo>
                  <a:pt x="6636665" y="5374002"/>
                </a:lnTo>
                <a:lnTo>
                  <a:pt x="6641287" y="5376181"/>
                </a:lnTo>
                <a:cubicBezTo>
                  <a:pt x="6646080" y="5377976"/>
                  <a:pt x="6597903" y="5386514"/>
                  <a:pt x="6591018" y="5390981"/>
                </a:cubicBezTo>
                <a:lnTo>
                  <a:pt x="6548326" y="5403583"/>
                </a:lnTo>
                <a:lnTo>
                  <a:pt x="6472868" y="5394733"/>
                </a:lnTo>
                <a:cubicBezTo>
                  <a:pt x="6457699" y="5415896"/>
                  <a:pt x="6417760" y="5410703"/>
                  <a:pt x="6401194" y="5422870"/>
                </a:cubicBezTo>
                <a:lnTo>
                  <a:pt x="6381961" y="5422940"/>
                </a:lnTo>
                <a:lnTo>
                  <a:pt x="6363834" y="5417751"/>
                </a:lnTo>
                <a:lnTo>
                  <a:pt x="6363997" y="5415912"/>
                </a:lnTo>
                <a:cubicBezTo>
                  <a:pt x="6363602" y="5414702"/>
                  <a:pt x="6362617" y="5414594"/>
                  <a:pt x="6361124" y="5415066"/>
                </a:cubicBezTo>
                <a:lnTo>
                  <a:pt x="6358507" y="5416224"/>
                </a:lnTo>
                <a:lnTo>
                  <a:pt x="6355073" y="5415242"/>
                </a:lnTo>
                <a:lnTo>
                  <a:pt x="6345676" y="5413049"/>
                </a:lnTo>
                <a:lnTo>
                  <a:pt x="6342596" y="5409297"/>
                </a:lnTo>
                <a:cubicBezTo>
                  <a:pt x="6333502" y="5403420"/>
                  <a:pt x="6312379" y="5410664"/>
                  <a:pt x="6305742" y="5401622"/>
                </a:cubicBezTo>
                <a:lnTo>
                  <a:pt x="6294445" y="5404149"/>
                </a:lnTo>
                <a:lnTo>
                  <a:pt x="6281414" y="5398024"/>
                </a:lnTo>
                <a:cubicBezTo>
                  <a:pt x="6269392" y="5392983"/>
                  <a:pt x="6257013" y="5390092"/>
                  <a:pt x="6243972" y="5395807"/>
                </a:cubicBezTo>
                <a:cubicBezTo>
                  <a:pt x="6248312" y="5382942"/>
                  <a:pt x="6211634" y="5399629"/>
                  <a:pt x="6202379" y="5388661"/>
                </a:cubicBezTo>
                <a:cubicBezTo>
                  <a:pt x="6196568" y="5379556"/>
                  <a:pt x="6184084" y="5382499"/>
                  <a:pt x="6173010" y="5380606"/>
                </a:cubicBezTo>
                <a:cubicBezTo>
                  <a:pt x="6162384" y="5372079"/>
                  <a:pt x="6109972" y="5371285"/>
                  <a:pt x="6093421" y="5375473"/>
                </a:cubicBezTo>
                <a:cubicBezTo>
                  <a:pt x="6048943" y="5392971"/>
                  <a:pt x="5995413" y="5360396"/>
                  <a:pt x="5959474" y="5373386"/>
                </a:cubicBezTo>
                <a:cubicBezTo>
                  <a:pt x="5949048" y="5374123"/>
                  <a:pt x="5939860" y="5373301"/>
                  <a:pt x="5931492" y="5371513"/>
                </a:cubicBezTo>
                <a:lnTo>
                  <a:pt x="5909558" y="5364228"/>
                </a:lnTo>
                <a:lnTo>
                  <a:pt x="5906319" y="5357590"/>
                </a:lnTo>
                <a:lnTo>
                  <a:pt x="5891268" y="5355650"/>
                </a:lnTo>
                <a:lnTo>
                  <a:pt x="5887711" y="5353947"/>
                </a:lnTo>
                <a:cubicBezTo>
                  <a:pt x="5880924" y="5350671"/>
                  <a:pt x="5874113" y="5347614"/>
                  <a:pt x="5866852" y="5345374"/>
                </a:cubicBezTo>
                <a:cubicBezTo>
                  <a:pt x="5859911" y="5373405"/>
                  <a:pt x="5803959" y="5330929"/>
                  <a:pt x="5811310" y="5356530"/>
                </a:cubicBezTo>
                <a:cubicBezTo>
                  <a:pt x="5780489" y="5350949"/>
                  <a:pt x="5782784" y="5364359"/>
                  <a:pt x="5770689" y="5359014"/>
                </a:cubicBezTo>
                <a:lnTo>
                  <a:pt x="5767719" y="5357260"/>
                </a:lnTo>
                <a:lnTo>
                  <a:pt x="5765688" y="5352793"/>
                </a:lnTo>
                <a:lnTo>
                  <a:pt x="5758598" y="5351053"/>
                </a:lnTo>
                <a:lnTo>
                  <a:pt x="5752036" y="5346019"/>
                </a:lnTo>
                <a:cubicBezTo>
                  <a:pt x="5676031" y="5353035"/>
                  <a:pt x="5573285" y="5304575"/>
                  <a:pt x="5503590" y="5325537"/>
                </a:cubicBezTo>
                <a:lnTo>
                  <a:pt x="5389848" y="5351472"/>
                </a:lnTo>
                <a:cubicBezTo>
                  <a:pt x="5378275" y="5360535"/>
                  <a:pt x="5357949" y="5362044"/>
                  <a:pt x="5344450" y="5354840"/>
                </a:cubicBezTo>
                <a:cubicBezTo>
                  <a:pt x="5342129" y="5353601"/>
                  <a:pt x="5340101" y="5352144"/>
                  <a:pt x="5338428" y="5350516"/>
                </a:cubicBezTo>
                <a:cubicBezTo>
                  <a:pt x="5303858" y="5372450"/>
                  <a:pt x="5291134" y="5358414"/>
                  <a:pt x="5273489" y="5373945"/>
                </a:cubicBezTo>
                <a:cubicBezTo>
                  <a:pt x="5228455" y="5376430"/>
                  <a:pt x="5198895" y="5356533"/>
                  <a:pt x="5182701" y="5370075"/>
                </a:cubicBezTo>
                <a:cubicBezTo>
                  <a:pt x="5161004" y="5366959"/>
                  <a:pt x="5136154" y="5346791"/>
                  <a:pt x="5114856" y="5361037"/>
                </a:cubicBezTo>
                <a:cubicBezTo>
                  <a:pt x="5116518" y="5347803"/>
                  <a:pt x="5086668" y="5368445"/>
                  <a:pt x="5076532" y="5358612"/>
                </a:cubicBezTo>
                <a:cubicBezTo>
                  <a:pt x="5069788" y="5350240"/>
                  <a:pt x="5059157" y="5354551"/>
                  <a:pt x="5048954" y="5353915"/>
                </a:cubicBezTo>
                <a:cubicBezTo>
                  <a:pt x="5038015" y="5346654"/>
                  <a:pt x="4991132" y="5351733"/>
                  <a:pt x="4977087" y="5357736"/>
                </a:cubicBezTo>
                <a:cubicBezTo>
                  <a:pt x="4940420" y="5380054"/>
                  <a:pt x="4887089" y="5353763"/>
                  <a:pt x="4857261" y="5370659"/>
                </a:cubicBezTo>
                <a:cubicBezTo>
                  <a:pt x="4820568" y="5378246"/>
                  <a:pt x="4797284" y="5358899"/>
                  <a:pt x="4769845" y="5353264"/>
                </a:cubicBezTo>
                <a:cubicBezTo>
                  <a:pt x="4768462" y="5381819"/>
                  <a:pt x="4711275" y="5345988"/>
                  <a:pt x="4722220" y="5370534"/>
                </a:cubicBezTo>
                <a:cubicBezTo>
                  <a:pt x="4684293" y="5367762"/>
                  <a:pt x="4704662" y="5391854"/>
                  <a:pt x="4667552" y="5366753"/>
                </a:cubicBezTo>
                <a:cubicBezTo>
                  <a:pt x="4600967" y="5382212"/>
                  <a:pt x="4513038" y="5362869"/>
                  <a:pt x="4454472" y="5391442"/>
                </a:cubicBezTo>
                <a:lnTo>
                  <a:pt x="4317219" y="5411554"/>
                </a:lnTo>
                <a:lnTo>
                  <a:pt x="4298346" y="5416146"/>
                </a:lnTo>
                <a:cubicBezTo>
                  <a:pt x="4298306" y="5416758"/>
                  <a:pt x="4298267" y="5417371"/>
                  <a:pt x="4298228" y="5417983"/>
                </a:cubicBezTo>
                <a:cubicBezTo>
                  <a:pt x="4297649" y="5419178"/>
                  <a:pt x="4296651" y="5419253"/>
                  <a:pt x="4295233" y="5418735"/>
                </a:cubicBezTo>
                <a:lnTo>
                  <a:pt x="4292799" y="5417494"/>
                </a:lnTo>
                <a:lnTo>
                  <a:pt x="4289225" y="5418364"/>
                </a:lnTo>
                <a:lnTo>
                  <a:pt x="4279515" y="5420247"/>
                </a:lnTo>
                <a:lnTo>
                  <a:pt x="4275872" y="5423890"/>
                </a:lnTo>
                <a:lnTo>
                  <a:pt x="4227055" y="5427466"/>
                </a:lnTo>
                <a:lnTo>
                  <a:pt x="4213123" y="5433155"/>
                </a:lnTo>
                <a:cubicBezTo>
                  <a:pt x="4200364" y="5437794"/>
                  <a:pt x="4187574" y="5440279"/>
                  <a:pt x="4175436" y="5434156"/>
                </a:cubicBezTo>
                <a:cubicBezTo>
                  <a:pt x="4177805" y="5447129"/>
                  <a:pt x="4143760" y="5429295"/>
                  <a:pt x="4132856" y="5439937"/>
                </a:cubicBezTo>
                <a:cubicBezTo>
                  <a:pt x="4125673" y="5448831"/>
                  <a:pt x="4113669" y="5445492"/>
                  <a:pt x="4102333" y="5447021"/>
                </a:cubicBezTo>
                <a:cubicBezTo>
                  <a:pt x="4090434" y="5455185"/>
                  <a:pt x="4038031" y="5454280"/>
                  <a:pt x="4022159" y="5449566"/>
                </a:cubicBezTo>
                <a:cubicBezTo>
                  <a:pt x="3980455" y="5430671"/>
                  <a:pt x="3922096" y="5461433"/>
                  <a:pt x="3888224" y="5447312"/>
                </a:cubicBezTo>
                <a:cubicBezTo>
                  <a:pt x="3877937" y="5446239"/>
                  <a:pt x="3868647" y="5446763"/>
                  <a:pt x="3860026" y="5448274"/>
                </a:cubicBezTo>
                <a:lnTo>
                  <a:pt x="3832796" y="5461349"/>
                </a:lnTo>
                <a:lnTo>
                  <a:pt x="3817485" y="5462797"/>
                </a:lnTo>
                <a:lnTo>
                  <a:pt x="3813676" y="5464379"/>
                </a:lnTo>
                <a:cubicBezTo>
                  <a:pt x="3806407" y="5467429"/>
                  <a:pt x="3799147" y="5470257"/>
                  <a:pt x="3791563" y="5472259"/>
                </a:cubicBezTo>
                <a:cubicBezTo>
                  <a:pt x="3788910" y="5444072"/>
                  <a:pt x="3726624" y="5484631"/>
                  <a:pt x="3737858" y="5459331"/>
                </a:cubicBezTo>
                <a:cubicBezTo>
                  <a:pt x="3706262" y="5463900"/>
                  <a:pt x="3710598" y="5450598"/>
                  <a:pt x="3697716" y="5455539"/>
                </a:cubicBezTo>
                <a:lnTo>
                  <a:pt x="3694487" y="5457193"/>
                </a:lnTo>
                <a:lnTo>
                  <a:pt x="3691779" y="5461582"/>
                </a:lnTo>
                <a:lnTo>
                  <a:pt x="3684442" y="5463086"/>
                </a:lnTo>
                <a:lnTo>
                  <a:pt x="3677129" y="5467898"/>
                </a:lnTo>
                <a:cubicBezTo>
                  <a:pt x="3602381" y="5458439"/>
                  <a:pt x="3505226" y="5485361"/>
                  <a:pt x="3438897" y="5462195"/>
                </a:cubicBezTo>
                <a:lnTo>
                  <a:pt x="3389756" y="5444428"/>
                </a:lnTo>
                <a:cubicBezTo>
                  <a:pt x="3364455" y="5437704"/>
                  <a:pt x="3342081" y="5466704"/>
                  <a:pt x="3316666" y="5450736"/>
                </a:cubicBezTo>
                <a:cubicBezTo>
                  <a:pt x="3306503" y="5441319"/>
                  <a:pt x="3286457" y="5439158"/>
                  <a:pt x="3271894" y="5445907"/>
                </a:cubicBezTo>
                <a:cubicBezTo>
                  <a:pt x="3269388" y="5447068"/>
                  <a:pt x="3267143" y="5448455"/>
                  <a:pt x="3265228" y="5450024"/>
                </a:cubicBezTo>
                <a:cubicBezTo>
                  <a:pt x="3234084" y="5427025"/>
                  <a:pt x="3219254" y="5440615"/>
                  <a:pt x="3204017" y="5424552"/>
                </a:cubicBezTo>
                <a:cubicBezTo>
                  <a:pt x="3159473" y="5420614"/>
                  <a:pt x="3126956" y="5439505"/>
                  <a:pt x="3112867" y="5425473"/>
                </a:cubicBezTo>
                <a:cubicBezTo>
                  <a:pt x="3090747" y="5427880"/>
                  <a:pt x="3062886" y="5447193"/>
                  <a:pt x="3043809" y="5432293"/>
                </a:cubicBezTo>
                <a:cubicBezTo>
                  <a:pt x="3043452" y="5445549"/>
                  <a:pt x="3016821" y="5423991"/>
                  <a:pt x="3005211" y="5433472"/>
                </a:cubicBezTo>
                <a:cubicBezTo>
                  <a:pt x="2997207" y="5441605"/>
                  <a:pt x="2987260" y="5436961"/>
                  <a:pt x="2976986" y="5437264"/>
                </a:cubicBezTo>
                <a:cubicBezTo>
                  <a:pt x="2964968" y="5444153"/>
                  <a:pt x="2918975" y="5437570"/>
                  <a:pt x="2905879" y="5431128"/>
                </a:cubicBezTo>
                <a:cubicBezTo>
                  <a:pt x="2872703" y="5407678"/>
                  <a:pt x="2815496" y="5432178"/>
                  <a:pt x="2788318" y="5414358"/>
                </a:cubicBezTo>
                <a:cubicBezTo>
                  <a:pt x="2746271" y="5410854"/>
                  <a:pt x="2685231" y="5410484"/>
                  <a:pt x="2653590" y="5410111"/>
                </a:cubicBezTo>
                <a:cubicBezTo>
                  <a:pt x="2615334" y="5411650"/>
                  <a:pt x="2639324" y="5388277"/>
                  <a:pt x="2598481" y="5412114"/>
                </a:cubicBezTo>
                <a:cubicBezTo>
                  <a:pt x="2534415" y="5394537"/>
                  <a:pt x="2387966" y="5438902"/>
                  <a:pt x="2333897" y="5408505"/>
                </a:cubicBezTo>
                <a:cubicBezTo>
                  <a:pt x="2279458" y="5405891"/>
                  <a:pt x="2312839" y="5402348"/>
                  <a:pt x="2271841" y="5396433"/>
                </a:cubicBezTo>
                <a:cubicBezTo>
                  <a:pt x="2263465" y="5363868"/>
                  <a:pt x="2168184" y="5361433"/>
                  <a:pt x="2143705" y="5345095"/>
                </a:cubicBezTo>
                <a:cubicBezTo>
                  <a:pt x="2087043" y="5343333"/>
                  <a:pt x="2041689" y="5319742"/>
                  <a:pt x="1986408" y="5335524"/>
                </a:cubicBezTo>
                <a:cubicBezTo>
                  <a:pt x="1983594" y="5331315"/>
                  <a:pt x="1979798" y="5327915"/>
                  <a:pt x="1975333" y="5325099"/>
                </a:cubicBezTo>
                <a:lnTo>
                  <a:pt x="1972441" y="5323775"/>
                </a:lnTo>
                <a:lnTo>
                  <a:pt x="1971497" y="5324412"/>
                </a:lnTo>
                <a:cubicBezTo>
                  <a:pt x="1967825" y="5325937"/>
                  <a:pt x="1963255" y="5326871"/>
                  <a:pt x="1956886" y="5327069"/>
                </a:cubicBezTo>
                <a:cubicBezTo>
                  <a:pt x="1957692" y="5357103"/>
                  <a:pt x="1944755" y="5337483"/>
                  <a:pt x="1924833" y="5344911"/>
                </a:cubicBezTo>
                <a:cubicBezTo>
                  <a:pt x="1907350" y="5349449"/>
                  <a:pt x="1899872" y="5360515"/>
                  <a:pt x="1885856" y="5367299"/>
                </a:cubicBezTo>
                <a:cubicBezTo>
                  <a:pt x="1874373" y="5371950"/>
                  <a:pt x="1870677" y="5363227"/>
                  <a:pt x="1855937" y="5372820"/>
                </a:cubicBezTo>
                <a:cubicBezTo>
                  <a:pt x="1826799" y="5367486"/>
                  <a:pt x="1805938" y="5389998"/>
                  <a:pt x="1784500" y="5395926"/>
                </a:cubicBezTo>
                <a:cubicBezTo>
                  <a:pt x="1777473" y="5395836"/>
                  <a:pt x="1756895" y="5401012"/>
                  <a:pt x="1737998" y="5407426"/>
                </a:cubicBezTo>
                <a:lnTo>
                  <a:pt x="1736716" y="5407939"/>
                </a:lnTo>
                <a:lnTo>
                  <a:pt x="1726742" y="5405934"/>
                </a:lnTo>
                <a:cubicBezTo>
                  <a:pt x="1724249" y="5404894"/>
                  <a:pt x="1723700" y="5403454"/>
                  <a:pt x="1726849" y="5401221"/>
                </a:cubicBezTo>
                <a:cubicBezTo>
                  <a:pt x="1723886" y="5399045"/>
                  <a:pt x="1720993" y="5398236"/>
                  <a:pt x="1718134" y="5398128"/>
                </a:cubicBezTo>
                <a:cubicBezTo>
                  <a:pt x="1712416" y="5397910"/>
                  <a:pt x="1706830" y="5400494"/>
                  <a:pt x="1701063" y="5400545"/>
                </a:cubicBezTo>
                <a:lnTo>
                  <a:pt x="1694634" y="5398728"/>
                </a:lnTo>
                <a:lnTo>
                  <a:pt x="1692270" y="5399053"/>
                </a:lnTo>
                <a:lnTo>
                  <a:pt x="1686657" y="5399247"/>
                </a:lnTo>
                <a:lnTo>
                  <a:pt x="1687479" y="5402165"/>
                </a:lnTo>
                <a:cubicBezTo>
                  <a:pt x="1688791" y="5404927"/>
                  <a:pt x="1689812" y="5407972"/>
                  <a:pt x="1680969" y="5407963"/>
                </a:cubicBezTo>
                <a:cubicBezTo>
                  <a:pt x="1662599" y="5406532"/>
                  <a:pt x="1656841" y="5418932"/>
                  <a:pt x="1648682" y="5407558"/>
                </a:cubicBezTo>
                <a:lnTo>
                  <a:pt x="1646819" y="5404306"/>
                </a:lnTo>
                <a:lnTo>
                  <a:pt x="1642743" y="5403927"/>
                </a:lnTo>
                <a:cubicBezTo>
                  <a:pt x="1640569" y="5404120"/>
                  <a:pt x="1639361" y="5404983"/>
                  <a:pt x="1639788" y="5407135"/>
                </a:cubicBezTo>
                <a:cubicBezTo>
                  <a:pt x="1622347" y="5398881"/>
                  <a:pt x="1603063" y="5413406"/>
                  <a:pt x="1585803" y="5416574"/>
                </a:cubicBezTo>
                <a:cubicBezTo>
                  <a:pt x="1572467" y="5408520"/>
                  <a:pt x="1549407" y="5423110"/>
                  <a:pt x="1513331" y="5423805"/>
                </a:cubicBezTo>
                <a:cubicBezTo>
                  <a:pt x="1498774" y="5414520"/>
                  <a:pt x="1489007" y="5424393"/>
                  <a:pt x="1460734" y="5411778"/>
                </a:cubicBezTo>
                <a:cubicBezTo>
                  <a:pt x="1459446" y="5412932"/>
                  <a:pt x="1457867" y="5413992"/>
                  <a:pt x="1456045" y="5414928"/>
                </a:cubicBezTo>
                <a:cubicBezTo>
                  <a:pt x="1445460" y="5420354"/>
                  <a:pt x="1429166" y="5420415"/>
                  <a:pt x="1419653" y="5415060"/>
                </a:cubicBezTo>
                <a:cubicBezTo>
                  <a:pt x="1374353" y="5398095"/>
                  <a:pt x="1332064" y="5398411"/>
                  <a:pt x="1292605" y="5394671"/>
                </a:cubicBezTo>
                <a:cubicBezTo>
                  <a:pt x="1247867" y="5392301"/>
                  <a:pt x="1276603" y="5411730"/>
                  <a:pt x="1221477" y="5395509"/>
                </a:cubicBezTo>
                <a:cubicBezTo>
                  <a:pt x="1215107" y="5402140"/>
                  <a:pt x="1207983" y="5402421"/>
                  <a:pt x="1196159" y="5399169"/>
                </a:cubicBezTo>
                <a:cubicBezTo>
                  <a:pt x="1174396" y="5398516"/>
                  <a:pt x="1175280" y="5415282"/>
                  <a:pt x="1153748" y="5405093"/>
                </a:cubicBezTo>
                <a:cubicBezTo>
                  <a:pt x="1157267" y="5414115"/>
                  <a:pt x="1112247" y="5408398"/>
                  <a:pt x="1121874" y="5417803"/>
                </a:cubicBezTo>
                <a:cubicBezTo>
                  <a:pt x="1107293" y="5425943"/>
                  <a:pt x="1100911" y="5412406"/>
                  <a:pt x="1086481" y="5419474"/>
                </a:cubicBezTo>
                <a:cubicBezTo>
                  <a:pt x="1070504" y="5421068"/>
                  <a:pt x="1096054" y="5409890"/>
                  <a:pt x="1078485" y="5409150"/>
                </a:cubicBezTo>
                <a:cubicBezTo>
                  <a:pt x="1057107" y="5409880"/>
                  <a:pt x="1057916" y="5393370"/>
                  <a:pt x="1040550" y="5414415"/>
                </a:cubicBezTo>
                <a:cubicBezTo>
                  <a:pt x="1018445" y="5409298"/>
                  <a:pt x="1013694" y="5418764"/>
                  <a:pt x="982981" y="5423575"/>
                </a:cubicBezTo>
                <a:cubicBezTo>
                  <a:pt x="970423" y="5418342"/>
                  <a:pt x="960063" y="5420960"/>
                  <a:pt x="949836" y="5426093"/>
                </a:cubicBezTo>
                <a:cubicBezTo>
                  <a:pt x="920168" y="5424861"/>
                  <a:pt x="892764" y="5432710"/>
                  <a:pt x="859237" y="5435973"/>
                </a:cubicBezTo>
                <a:cubicBezTo>
                  <a:pt x="823344" y="5430160"/>
                  <a:pt x="804272" y="5444731"/>
                  <a:pt x="768445" y="5448159"/>
                </a:cubicBezTo>
                <a:cubicBezTo>
                  <a:pt x="733630" y="5434899"/>
                  <a:pt x="744432" y="5468566"/>
                  <a:pt x="714393" y="5468302"/>
                </a:cubicBezTo>
                <a:cubicBezTo>
                  <a:pt x="665910" y="5456640"/>
                  <a:pt x="715197" y="5479526"/>
                  <a:pt x="639791" y="5476924"/>
                </a:cubicBezTo>
                <a:cubicBezTo>
                  <a:pt x="635590" y="5474880"/>
                  <a:pt x="626375" y="5477333"/>
                  <a:pt x="627266" y="5480260"/>
                </a:cubicBezTo>
                <a:cubicBezTo>
                  <a:pt x="622501" y="5479477"/>
                  <a:pt x="611196" y="5474127"/>
                  <a:pt x="609977" y="5478891"/>
                </a:cubicBezTo>
                <a:cubicBezTo>
                  <a:pt x="585928" y="5480121"/>
                  <a:pt x="562064" y="5478026"/>
                  <a:pt x="540688" y="5472807"/>
                </a:cubicBezTo>
                <a:cubicBezTo>
                  <a:pt x="494260" y="5482226"/>
                  <a:pt x="519722" y="5459453"/>
                  <a:pt x="486194" y="5462661"/>
                </a:cubicBezTo>
                <a:cubicBezTo>
                  <a:pt x="459222" y="5472731"/>
                  <a:pt x="449283" y="5465413"/>
                  <a:pt x="418164" y="5472485"/>
                </a:cubicBezTo>
                <a:cubicBezTo>
                  <a:pt x="407504" y="5457469"/>
                  <a:pt x="388899" y="5474930"/>
                  <a:pt x="376724" y="5470967"/>
                </a:cubicBezTo>
                <a:cubicBezTo>
                  <a:pt x="357541" y="5489409"/>
                  <a:pt x="329120" y="5456071"/>
                  <a:pt x="308908" y="5457025"/>
                </a:cubicBezTo>
                <a:cubicBezTo>
                  <a:pt x="274916" y="5461376"/>
                  <a:pt x="238368" y="5480973"/>
                  <a:pt x="219416" y="5463995"/>
                </a:cubicBezTo>
                <a:cubicBezTo>
                  <a:pt x="217077" y="5471389"/>
                  <a:pt x="220429" y="5481203"/>
                  <a:pt x="200977" y="5480608"/>
                </a:cubicBezTo>
                <a:cubicBezTo>
                  <a:pt x="193315" y="5484612"/>
                  <a:pt x="192227" y="5495868"/>
                  <a:pt x="176226" y="5491022"/>
                </a:cubicBezTo>
                <a:cubicBezTo>
                  <a:pt x="195501" y="5480307"/>
                  <a:pt x="163065" y="5480325"/>
                  <a:pt x="165702" y="5468604"/>
                </a:cubicBezTo>
                <a:cubicBezTo>
                  <a:pt x="141228" y="5462364"/>
                  <a:pt x="86026" y="5474606"/>
                  <a:pt x="88282" y="5453658"/>
                </a:cubicBezTo>
                <a:cubicBezTo>
                  <a:pt x="80722" y="5441690"/>
                  <a:pt x="50300" y="5462007"/>
                  <a:pt x="49602" y="5448762"/>
                </a:cubicBezTo>
                <a:cubicBezTo>
                  <a:pt x="42967" y="5453333"/>
                  <a:pt x="33469" y="5452380"/>
                  <a:pt x="22844" y="5450459"/>
                </a:cubicBezTo>
                <a:lnTo>
                  <a:pt x="0" y="5447653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50800" dist="25400" dir="5400000" algn="t" rotWithShape="0">
              <a:prstClr val="black">
                <a:alpha val="2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DCD6552F-C98B-4FBA-842F-3EF2D5ACA1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0824" y="585274"/>
            <a:ext cx="5277038" cy="5492212"/>
          </a:xfrm>
          <a:custGeom>
            <a:avLst/>
            <a:gdLst>
              <a:gd name="connsiteX0" fmla="*/ 0 w 7036051"/>
              <a:gd name="connsiteY0" fmla="*/ 0 h 5492212"/>
              <a:gd name="connsiteX1" fmla="*/ 7036051 w 7036051"/>
              <a:gd name="connsiteY1" fmla="*/ 0 h 5492212"/>
              <a:gd name="connsiteX2" fmla="*/ 7036051 w 7036051"/>
              <a:gd name="connsiteY2" fmla="*/ 5163846 h 5492212"/>
              <a:gd name="connsiteX3" fmla="*/ 7012593 w 7036051"/>
              <a:gd name="connsiteY3" fmla="*/ 5176898 h 5492212"/>
              <a:gd name="connsiteX4" fmla="*/ 6958601 w 7036051"/>
              <a:gd name="connsiteY4" fmla="*/ 5204359 h 5492212"/>
              <a:gd name="connsiteX5" fmla="*/ 6951226 w 7036051"/>
              <a:gd name="connsiteY5" fmla="*/ 5203241 h 5492212"/>
              <a:gd name="connsiteX6" fmla="*/ 6920864 w 7036051"/>
              <a:gd name="connsiteY6" fmla="*/ 5220003 h 5492212"/>
              <a:gd name="connsiteX7" fmla="*/ 6834841 w 7036051"/>
              <a:gd name="connsiteY7" fmla="*/ 5266115 h 5492212"/>
              <a:gd name="connsiteX8" fmla="*/ 6777937 w 7036051"/>
              <a:gd name="connsiteY8" fmla="*/ 5332502 h 5492212"/>
              <a:gd name="connsiteX9" fmla="*/ 6752874 w 7036051"/>
              <a:gd name="connsiteY9" fmla="*/ 5340428 h 5492212"/>
              <a:gd name="connsiteX10" fmla="*/ 6711115 w 7036051"/>
              <a:gd name="connsiteY10" fmla="*/ 5353924 h 5492212"/>
              <a:gd name="connsiteX11" fmla="*/ 6702149 w 7036051"/>
              <a:gd name="connsiteY11" fmla="*/ 5351500 h 5492212"/>
              <a:gd name="connsiteX12" fmla="*/ 6698458 w 7036051"/>
              <a:gd name="connsiteY12" fmla="*/ 5352743 h 5492212"/>
              <a:gd name="connsiteX13" fmla="*/ 6698049 w 7036051"/>
              <a:gd name="connsiteY13" fmla="*/ 5352570 h 5492212"/>
              <a:gd name="connsiteX14" fmla="*/ 6697297 w 7036051"/>
              <a:gd name="connsiteY14" fmla="*/ 5353134 h 5492212"/>
              <a:gd name="connsiteX15" fmla="*/ 6689118 w 7036051"/>
              <a:gd name="connsiteY15" fmla="*/ 5355890 h 5492212"/>
              <a:gd name="connsiteX16" fmla="*/ 6670605 w 7036051"/>
              <a:gd name="connsiteY16" fmla="*/ 5355427 h 5492212"/>
              <a:gd name="connsiteX17" fmla="*/ 6659606 w 7036051"/>
              <a:gd name="connsiteY17" fmla="*/ 5357084 h 5492212"/>
              <a:gd name="connsiteX18" fmla="*/ 6649636 w 7036051"/>
              <a:gd name="connsiteY18" fmla="*/ 5367869 h 5492212"/>
              <a:gd name="connsiteX19" fmla="*/ 6642159 w 7036051"/>
              <a:gd name="connsiteY19" fmla="*/ 5369506 h 5492212"/>
              <a:gd name="connsiteX20" fmla="*/ 6640764 w 7036051"/>
              <a:gd name="connsiteY20" fmla="*/ 5370991 h 5492212"/>
              <a:gd name="connsiteX21" fmla="*/ 6636665 w 7036051"/>
              <a:gd name="connsiteY21" fmla="*/ 5374002 h 5492212"/>
              <a:gd name="connsiteX22" fmla="*/ 6641287 w 7036051"/>
              <a:gd name="connsiteY22" fmla="*/ 5376181 h 5492212"/>
              <a:gd name="connsiteX23" fmla="*/ 6591018 w 7036051"/>
              <a:gd name="connsiteY23" fmla="*/ 5390981 h 5492212"/>
              <a:gd name="connsiteX24" fmla="*/ 6548326 w 7036051"/>
              <a:gd name="connsiteY24" fmla="*/ 5403583 h 5492212"/>
              <a:gd name="connsiteX25" fmla="*/ 6472868 w 7036051"/>
              <a:gd name="connsiteY25" fmla="*/ 5394733 h 5492212"/>
              <a:gd name="connsiteX26" fmla="*/ 6401194 w 7036051"/>
              <a:gd name="connsiteY26" fmla="*/ 5422870 h 5492212"/>
              <a:gd name="connsiteX27" fmla="*/ 6381961 w 7036051"/>
              <a:gd name="connsiteY27" fmla="*/ 5422940 h 5492212"/>
              <a:gd name="connsiteX28" fmla="*/ 6363834 w 7036051"/>
              <a:gd name="connsiteY28" fmla="*/ 5417751 h 5492212"/>
              <a:gd name="connsiteX29" fmla="*/ 6363997 w 7036051"/>
              <a:gd name="connsiteY29" fmla="*/ 5415912 h 5492212"/>
              <a:gd name="connsiteX30" fmla="*/ 6361124 w 7036051"/>
              <a:gd name="connsiteY30" fmla="*/ 5415066 h 5492212"/>
              <a:gd name="connsiteX31" fmla="*/ 6358507 w 7036051"/>
              <a:gd name="connsiteY31" fmla="*/ 5416224 h 5492212"/>
              <a:gd name="connsiteX32" fmla="*/ 6355073 w 7036051"/>
              <a:gd name="connsiteY32" fmla="*/ 5415242 h 5492212"/>
              <a:gd name="connsiteX33" fmla="*/ 6345676 w 7036051"/>
              <a:gd name="connsiteY33" fmla="*/ 5413049 h 5492212"/>
              <a:gd name="connsiteX34" fmla="*/ 6342596 w 7036051"/>
              <a:gd name="connsiteY34" fmla="*/ 5409297 h 5492212"/>
              <a:gd name="connsiteX35" fmla="*/ 6305742 w 7036051"/>
              <a:gd name="connsiteY35" fmla="*/ 5401622 h 5492212"/>
              <a:gd name="connsiteX36" fmla="*/ 6294445 w 7036051"/>
              <a:gd name="connsiteY36" fmla="*/ 5404149 h 5492212"/>
              <a:gd name="connsiteX37" fmla="*/ 6281414 w 7036051"/>
              <a:gd name="connsiteY37" fmla="*/ 5398024 h 5492212"/>
              <a:gd name="connsiteX38" fmla="*/ 6243972 w 7036051"/>
              <a:gd name="connsiteY38" fmla="*/ 5395807 h 5492212"/>
              <a:gd name="connsiteX39" fmla="*/ 6202379 w 7036051"/>
              <a:gd name="connsiteY39" fmla="*/ 5388661 h 5492212"/>
              <a:gd name="connsiteX40" fmla="*/ 6173010 w 7036051"/>
              <a:gd name="connsiteY40" fmla="*/ 5380606 h 5492212"/>
              <a:gd name="connsiteX41" fmla="*/ 6093421 w 7036051"/>
              <a:gd name="connsiteY41" fmla="*/ 5375473 h 5492212"/>
              <a:gd name="connsiteX42" fmla="*/ 5959474 w 7036051"/>
              <a:gd name="connsiteY42" fmla="*/ 5373386 h 5492212"/>
              <a:gd name="connsiteX43" fmla="*/ 5931492 w 7036051"/>
              <a:gd name="connsiteY43" fmla="*/ 5371513 h 5492212"/>
              <a:gd name="connsiteX44" fmla="*/ 5909558 w 7036051"/>
              <a:gd name="connsiteY44" fmla="*/ 5364228 h 5492212"/>
              <a:gd name="connsiteX45" fmla="*/ 5906319 w 7036051"/>
              <a:gd name="connsiteY45" fmla="*/ 5357590 h 5492212"/>
              <a:gd name="connsiteX46" fmla="*/ 5891268 w 7036051"/>
              <a:gd name="connsiteY46" fmla="*/ 5355650 h 5492212"/>
              <a:gd name="connsiteX47" fmla="*/ 5887711 w 7036051"/>
              <a:gd name="connsiteY47" fmla="*/ 5353947 h 5492212"/>
              <a:gd name="connsiteX48" fmla="*/ 5866852 w 7036051"/>
              <a:gd name="connsiteY48" fmla="*/ 5345374 h 5492212"/>
              <a:gd name="connsiteX49" fmla="*/ 5811310 w 7036051"/>
              <a:gd name="connsiteY49" fmla="*/ 5356530 h 5492212"/>
              <a:gd name="connsiteX50" fmla="*/ 5770689 w 7036051"/>
              <a:gd name="connsiteY50" fmla="*/ 5359014 h 5492212"/>
              <a:gd name="connsiteX51" fmla="*/ 5767719 w 7036051"/>
              <a:gd name="connsiteY51" fmla="*/ 5357260 h 5492212"/>
              <a:gd name="connsiteX52" fmla="*/ 5765688 w 7036051"/>
              <a:gd name="connsiteY52" fmla="*/ 5352793 h 5492212"/>
              <a:gd name="connsiteX53" fmla="*/ 5758598 w 7036051"/>
              <a:gd name="connsiteY53" fmla="*/ 5351053 h 5492212"/>
              <a:gd name="connsiteX54" fmla="*/ 5752036 w 7036051"/>
              <a:gd name="connsiteY54" fmla="*/ 5346019 h 5492212"/>
              <a:gd name="connsiteX55" fmla="*/ 5503590 w 7036051"/>
              <a:gd name="connsiteY55" fmla="*/ 5325537 h 5492212"/>
              <a:gd name="connsiteX56" fmla="*/ 5389848 w 7036051"/>
              <a:gd name="connsiteY56" fmla="*/ 5351472 h 5492212"/>
              <a:gd name="connsiteX57" fmla="*/ 5344450 w 7036051"/>
              <a:gd name="connsiteY57" fmla="*/ 5354840 h 5492212"/>
              <a:gd name="connsiteX58" fmla="*/ 5338428 w 7036051"/>
              <a:gd name="connsiteY58" fmla="*/ 5350516 h 5492212"/>
              <a:gd name="connsiteX59" fmla="*/ 5273489 w 7036051"/>
              <a:gd name="connsiteY59" fmla="*/ 5373945 h 5492212"/>
              <a:gd name="connsiteX60" fmla="*/ 5182701 w 7036051"/>
              <a:gd name="connsiteY60" fmla="*/ 5370075 h 5492212"/>
              <a:gd name="connsiteX61" fmla="*/ 5114856 w 7036051"/>
              <a:gd name="connsiteY61" fmla="*/ 5361037 h 5492212"/>
              <a:gd name="connsiteX62" fmla="*/ 5076532 w 7036051"/>
              <a:gd name="connsiteY62" fmla="*/ 5358612 h 5492212"/>
              <a:gd name="connsiteX63" fmla="*/ 5048954 w 7036051"/>
              <a:gd name="connsiteY63" fmla="*/ 5353915 h 5492212"/>
              <a:gd name="connsiteX64" fmla="*/ 4977087 w 7036051"/>
              <a:gd name="connsiteY64" fmla="*/ 5357736 h 5492212"/>
              <a:gd name="connsiteX65" fmla="*/ 4857261 w 7036051"/>
              <a:gd name="connsiteY65" fmla="*/ 5370659 h 5492212"/>
              <a:gd name="connsiteX66" fmla="*/ 4769845 w 7036051"/>
              <a:gd name="connsiteY66" fmla="*/ 5353264 h 5492212"/>
              <a:gd name="connsiteX67" fmla="*/ 4722220 w 7036051"/>
              <a:gd name="connsiteY67" fmla="*/ 5370534 h 5492212"/>
              <a:gd name="connsiteX68" fmla="*/ 4667552 w 7036051"/>
              <a:gd name="connsiteY68" fmla="*/ 5366753 h 5492212"/>
              <a:gd name="connsiteX69" fmla="*/ 4454472 w 7036051"/>
              <a:gd name="connsiteY69" fmla="*/ 5391442 h 5492212"/>
              <a:gd name="connsiteX70" fmla="*/ 4317219 w 7036051"/>
              <a:gd name="connsiteY70" fmla="*/ 5411554 h 5492212"/>
              <a:gd name="connsiteX71" fmla="*/ 4298346 w 7036051"/>
              <a:gd name="connsiteY71" fmla="*/ 5416146 h 5492212"/>
              <a:gd name="connsiteX72" fmla="*/ 4298228 w 7036051"/>
              <a:gd name="connsiteY72" fmla="*/ 5417983 h 5492212"/>
              <a:gd name="connsiteX73" fmla="*/ 4295233 w 7036051"/>
              <a:gd name="connsiteY73" fmla="*/ 5418735 h 5492212"/>
              <a:gd name="connsiteX74" fmla="*/ 4292799 w 7036051"/>
              <a:gd name="connsiteY74" fmla="*/ 5417494 h 5492212"/>
              <a:gd name="connsiteX75" fmla="*/ 4289225 w 7036051"/>
              <a:gd name="connsiteY75" fmla="*/ 5418364 h 5492212"/>
              <a:gd name="connsiteX76" fmla="*/ 4279515 w 7036051"/>
              <a:gd name="connsiteY76" fmla="*/ 5420247 h 5492212"/>
              <a:gd name="connsiteX77" fmla="*/ 4275872 w 7036051"/>
              <a:gd name="connsiteY77" fmla="*/ 5423890 h 5492212"/>
              <a:gd name="connsiteX78" fmla="*/ 4227055 w 7036051"/>
              <a:gd name="connsiteY78" fmla="*/ 5427466 h 5492212"/>
              <a:gd name="connsiteX79" fmla="*/ 4213123 w 7036051"/>
              <a:gd name="connsiteY79" fmla="*/ 5433155 h 5492212"/>
              <a:gd name="connsiteX80" fmla="*/ 4175436 w 7036051"/>
              <a:gd name="connsiteY80" fmla="*/ 5434156 h 5492212"/>
              <a:gd name="connsiteX81" fmla="*/ 4132856 w 7036051"/>
              <a:gd name="connsiteY81" fmla="*/ 5439937 h 5492212"/>
              <a:gd name="connsiteX82" fmla="*/ 4102333 w 7036051"/>
              <a:gd name="connsiteY82" fmla="*/ 5447021 h 5492212"/>
              <a:gd name="connsiteX83" fmla="*/ 4022159 w 7036051"/>
              <a:gd name="connsiteY83" fmla="*/ 5449566 h 5492212"/>
              <a:gd name="connsiteX84" fmla="*/ 3888224 w 7036051"/>
              <a:gd name="connsiteY84" fmla="*/ 5447312 h 5492212"/>
              <a:gd name="connsiteX85" fmla="*/ 3860026 w 7036051"/>
              <a:gd name="connsiteY85" fmla="*/ 5448274 h 5492212"/>
              <a:gd name="connsiteX86" fmla="*/ 3832796 w 7036051"/>
              <a:gd name="connsiteY86" fmla="*/ 5461349 h 5492212"/>
              <a:gd name="connsiteX87" fmla="*/ 3817485 w 7036051"/>
              <a:gd name="connsiteY87" fmla="*/ 5462797 h 5492212"/>
              <a:gd name="connsiteX88" fmla="*/ 3813676 w 7036051"/>
              <a:gd name="connsiteY88" fmla="*/ 5464379 h 5492212"/>
              <a:gd name="connsiteX89" fmla="*/ 3791563 w 7036051"/>
              <a:gd name="connsiteY89" fmla="*/ 5472259 h 5492212"/>
              <a:gd name="connsiteX90" fmla="*/ 3737858 w 7036051"/>
              <a:gd name="connsiteY90" fmla="*/ 5459331 h 5492212"/>
              <a:gd name="connsiteX91" fmla="*/ 3697716 w 7036051"/>
              <a:gd name="connsiteY91" fmla="*/ 5455539 h 5492212"/>
              <a:gd name="connsiteX92" fmla="*/ 3694487 w 7036051"/>
              <a:gd name="connsiteY92" fmla="*/ 5457193 h 5492212"/>
              <a:gd name="connsiteX93" fmla="*/ 3691779 w 7036051"/>
              <a:gd name="connsiteY93" fmla="*/ 5461582 h 5492212"/>
              <a:gd name="connsiteX94" fmla="*/ 3684442 w 7036051"/>
              <a:gd name="connsiteY94" fmla="*/ 5463086 h 5492212"/>
              <a:gd name="connsiteX95" fmla="*/ 3677129 w 7036051"/>
              <a:gd name="connsiteY95" fmla="*/ 5467898 h 5492212"/>
              <a:gd name="connsiteX96" fmla="*/ 3438897 w 7036051"/>
              <a:gd name="connsiteY96" fmla="*/ 5462195 h 5492212"/>
              <a:gd name="connsiteX97" fmla="*/ 3389756 w 7036051"/>
              <a:gd name="connsiteY97" fmla="*/ 5444428 h 5492212"/>
              <a:gd name="connsiteX98" fmla="*/ 3316666 w 7036051"/>
              <a:gd name="connsiteY98" fmla="*/ 5450736 h 5492212"/>
              <a:gd name="connsiteX99" fmla="*/ 3271894 w 7036051"/>
              <a:gd name="connsiteY99" fmla="*/ 5445907 h 5492212"/>
              <a:gd name="connsiteX100" fmla="*/ 3265228 w 7036051"/>
              <a:gd name="connsiteY100" fmla="*/ 5450024 h 5492212"/>
              <a:gd name="connsiteX101" fmla="*/ 3204017 w 7036051"/>
              <a:gd name="connsiteY101" fmla="*/ 5424552 h 5492212"/>
              <a:gd name="connsiteX102" fmla="*/ 3112867 w 7036051"/>
              <a:gd name="connsiteY102" fmla="*/ 5425473 h 5492212"/>
              <a:gd name="connsiteX103" fmla="*/ 3043809 w 7036051"/>
              <a:gd name="connsiteY103" fmla="*/ 5432293 h 5492212"/>
              <a:gd name="connsiteX104" fmla="*/ 3005211 w 7036051"/>
              <a:gd name="connsiteY104" fmla="*/ 5433472 h 5492212"/>
              <a:gd name="connsiteX105" fmla="*/ 2976986 w 7036051"/>
              <a:gd name="connsiteY105" fmla="*/ 5437264 h 5492212"/>
              <a:gd name="connsiteX106" fmla="*/ 2905879 w 7036051"/>
              <a:gd name="connsiteY106" fmla="*/ 5431128 h 5492212"/>
              <a:gd name="connsiteX107" fmla="*/ 2788318 w 7036051"/>
              <a:gd name="connsiteY107" fmla="*/ 5414358 h 5492212"/>
              <a:gd name="connsiteX108" fmla="*/ 2653590 w 7036051"/>
              <a:gd name="connsiteY108" fmla="*/ 5410111 h 5492212"/>
              <a:gd name="connsiteX109" fmla="*/ 2598481 w 7036051"/>
              <a:gd name="connsiteY109" fmla="*/ 5412114 h 5492212"/>
              <a:gd name="connsiteX110" fmla="*/ 2333897 w 7036051"/>
              <a:gd name="connsiteY110" fmla="*/ 5408505 h 5492212"/>
              <a:gd name="connsiteX111" fmla="*/ 2271841 w 7036051"/>
              <a:gd name="connsiteY111" fmla="*/ 5396433 h 5492212"/>
              <a:gd name="connsiteX112" fmla="*/ 2143705 w 7036051"/>
              <a:gd name="connsiteY112" fmla="*/ 5345095 h 5492212"/>
              <a:gd name="connsiteX113" fmla="*/ 1986408 w 7036051"/>
              <a:gd name="connsiteY113" fmla="*/ 5335524 h 5492212"/>
              <a:gd name="connsiteX114" fmla="*/ 1975333 w 7036051"/>
              <a:gd name="connsiteY114" fmla="*/ 5325099 h 5492212"/>
              <a:gd name="connsiteX115" fmla="*/ 1972441 w 7036051"/>
              <a:gd name="connsiteY115" fmla="*/ 5323775 h 5492212"/>
              <a:gd name="connsiteX116" fmla="*/ 1971497 w 7036051"/>
              <a:gd name="connsiteY116" fmla="*/ 5324412 h 5492212"/>
              <a:gd name="connsiteX117" fmla="*/ 1956886 w 7036051"/>
              <a:gd name="connsiteY117" fmla="*/ 5327069 h 5492212"/>
              <a:gd name="connsiteX118" fmla="*/ 1924833 w 7036051"/>
              <a:gd name="connsiteY118" fmla="*/ 5344911 h 5492212"/>
              <a:gd name="connsiteX119" fmla="*/ 1885856 w 7036051"/>
              <a:gd name="connsiteY119" fmla="*/ 5367299 h 5492212"/>
              <a:gd name="connsiteX120" fmla="*/ 1855937 w 7036051"/>
              <a:gd name="connsiteY120" fmla="*/ 5372820 h 5492212"/>
              <a:gd name="connsiteX121" fmla="*/ 1784500 w 7036051"/>
              <a:gd name="connsiteY121" fmla="*/ 5395926 h 5492212"/>
              <a:gd name="connsiteX122" fmla="*/ 1737998 w 7036051"/>
              <a:gd name="connsiteY122" fmla="*/ 5407426 h 5492212"/>
              <a:gd name="connsiteX123" fmla="*/ 1736716 w 7036051"/>
              <a:gd name="connsiteY123" fmla="*/ 5407939 h 5492212"/>
              <a:gd name="connsiteX124" fmla="*/ 1726742 w 7036051"/>
              <a:gd name="connsiteY124" fmla="*/ 5405934 h 5492212"/>
              <a:gd name="connsiteX125" fmla="*/ 1726849 w 7036051"/>
              <a:gd name="connsiteY125" fmla="*/ 5401221 h 5492212"/>
              <a:gd name="connsiteX126" fmla="*/ 1718134 w 7036051"/>
              <a:gd name="connsiteY126" fmla="*/ 5398128 h 5492212"/>
              <a:gd name="connsiteX127" fmla="*/ 1701063 w 7036051"/>
              <a:gd name="connsiteY127" fmla="*/ 5400545 h 5492212"/>
              <a:gd name="connsiteX128" fmla="*/ 1694634 w 7036051"/>
              <a:gd name="connsiteY128" fmla="*/ 5398728 h 5492212"/>
              <a:gd name="connsiteX129" fmla="*/ 1692270 w 7036051"/>
              <a:gd name="connsiteY129" fmla="*/ 5399053 h 5492212"/>
              <a:gd name="connsiteX130" fmla="*/ 1686657 w 7036051"/>
              <a:gd name="connsiteY130" fmla="*/ 5399247 h 5492212"/>
              <a:gd name="connsiteX131" fmla="*/ 1687479 w 7036051"/>
              <a:gd name="connsiteY131" fmla="*/ 5402165 h 5492212"/>
              <a:gd name="connsiteX132" fmla="*/ 1680969 w 7036051"/>
              <a:gd name="connsiteY132" fmla="*/ 5407963 h 5492212"/>
              <a:gd name="connsiteX133" fmla="*/ 1648682 w 7036051"/>
              <a:gd name="connsiteY133" fmla="*/ 5407558 h 5492212"/>
              <a:gd name="connsiteX134" fmla="*/ 1646819 w 7036051"/>
              <a:gd name="connsiteY134" fmla="*/ 5404306 h 5492212"/>
              <a:gd name="connsiteX135" fmla="*/ 1642743 w 7036051"/>
              <a:gd name="connsiteY135" fmla="*/ 5403927 h 5492212"/>
              <a:gd name="connsiteX136" fmla="*/ 1639788 w 7036051"/>
              <a:gd name="connsiteY136" fmla="*/ 5407135 h 5492212"/>
              <a:gd name="connsiteX137" fmla="*/ 1585803 w 7036051"/>
              <a:gd name="connsiteY137" fmla="*/ 5416574 h 5492212"/>
              <a:gd name="connsiteX138" fmla="*/ 1513331 w 7036051"/>
              <a:gd name="connsiteY138" fmla="*/ 5423805 h 5492212"/>
              <a:gd name="connsiteX139" fmla="*/ 1460734 w 7036051"/>
              <a:gd name="connsiteY139" fmla="*/ 5411778 h 5492212"/>
              <a:gd name="connsiteX140" fmla="*/ 1456045 w 7036051"/>
              <a:gd name="connsiteY140" fmla="*/ 5414928 h 5492212"/>
              <a:gd name="connsiteX141" fmla="*/ 1419653 w 7036051"/>
              <a:gd name="connsiteY141" fmla="*/ 5415060 h 5492212"/>
              <a:gd name="connsiteX142" fmla="*/ 1292605 w 7036051"/>
              <a:gd name="connsiteY142" fmla="*/ 5394671 h 5492212"/>
              <a:gd name="connsiteX143" fmla="*/ 1221477 w 7036051"/>
              <a:gd name="connsiteY143" fmla="*/ 5395509 h 5492212"/>
              <a:gd name="connsiteX144" fmla="*/ 1196159 w 7036051"/>
              <a:gd name="connsiteY144" fmla="*/ 5399169 h 5492212"/>
              <a:gd name="connsiteX145" fmla="*/ 1153748 w 7036051"/>
              <a:gd name="connsiteY145" fmla="*/ 5405093 h 5492212"/>
              <a:gd name="connsiteX146" fmla="*/ 1121874 w 7036051"/>
              <a:gd name="connsiteY146" fmla="*/ 5417803 h 5492212"/>
              <a:gd name="connsiteX147" fmla="*/ 1086481 w 7036051"/>
              <a:gd name="connsiteY147" fmla="*/ 5419474 h 5492212"/>
              <a:gd name="connsiteX148" fmla="*/ 1078485 w 7036051"/>
              <a:gd name="connsiteY148" fmla="*/ 5409150 h 5492212"/>
              <a:gd name="connsiteX149" fmla="*/ 1040550 w 7036051"/>
              <a:gd name="connsiteY149" fmla="*/ 5414415 h 5492212"/>
              <a:gd name="connsiteX150" fmla="*/ 982981 w 7036051"/>
              <a:gd name="connsiteY150" fmla="*/ 5423575 h 5492212"/>
              <a:gd name="connsiteX151" fmla="*/ 949836 w 7036051"/>
              <a:gd name="connsiteY151" fmla="*/ 5426093 h 5492212"/>
              <a:gd name="connsiteX152" fmla="*/ 859237 w 7036051"/>
              <a:gd name="connsiteY152" fmla="*/ 5435973 h 5492212"/>
              <a:gd name="connsiteX153" fmla="*/ 768445 w 7036051"/>
              <a:gd name="connsiteY153" fmla="*/ 5448159 h 5492212"/>
              <a:gd name="connsiteX154" fmla="*/ 714393 w 7036051"/>
              <a:gd name="connsiteY154" fmla="*/ 5468302 h 5492212"/>
              <a:gd name="connsiteX155" fmla="*/ 639791 w 7036051"/>
              <a:gd name="connsiteY155" fmla="*/ 5476924 h 5492212"/>
              <a:gd name="connsiteX156" fmla="*/ 627266 w 7036051"/>
              <a:gd name="connsiteY156" fmla="*/ 5480260 h 5492212"/>
              <a:gd name="connsiteX157" fmla="*/ 609977 w 7036051"/>
              <a:gd name="connsiteY157" fmla="*/ 5478891 h 5492212"/>
              <a:gd name="connsiteX158" fmla="*/ 540688 w 7036051"/>
              <a:gd name="connsiteY158" fmla="*/ 5472807 h 5492212"/>
              <a:gd name="connsiteX159" fmla="*/ 486194 w 7036051"/>
              <a:gd name="connsiteY159" fmla="*/ 5462661 h 5492212"/>
              <a:gd name="connsiteX160" fmla="*/ 418164 w 7036051"/>
              <a:gd name="connsiteY160" fmla="*/ 5472485 h 5492212"/>
              <a:gd name="connsiteX161" fmla="*/ 376724 w 7036051"/>
              <a:gd name="connsiteY161" fmla="*/ 5470967 h 5492212"/>
              <a:gd name="connsiteX162" fmla="*/ 308908 w 7036051"/>
              <a:gd name="connsiteY162" fmla="*/ 5457025 h 5492212"/>
              <a:gd name="connsiteX163" fmla="*/ 219416 w 7036051"/>
              <a:gd name="connsiteY163" fmla="*/ 5463995 h 5492212"/>
              <a:gd name="connsiteX164" fmla="*/ 200977 w 7036051"/>
              <a:gd name="connsiteY164" fmla="*/ 5480608 h 5492212"/>
              <a:gd name="connsiteX165" fmla="*/ 176226 w 7036051"/>
              <a:gd name="connsiteY165" fmla="*/ 5491022 h 5492212"/>
              <a:gd name="connsiteX166" fmla="*/ 165702 w 7036051"/>
              <a:gd name="connsiteY166" fmla="*/ 5468604 h 5492212"/>
              <a:gd name="connsiteX167" fmla="*/ 88282 w 7036051"/>
              <a:gd name="connsiteY167" fmla="*/ 5453658 h 5492212"/>
              <a:gd name="connsiteX168" fmla="*/ 49602 w 7036051"/>
              <a:gd name="connsiteY168" fmla="*/ 5448762 h 5492212"/>
              <a:gd name="connsiteX169" fmla="*/ 22844 w 7036051"/>
              <a:gd name="connsiteY169" fmla="*/ 5450459 h 5492212"/>
              <a:gd name="connsiteX170" fmla="*/ 0 w 7036051"/>
              <a:gd name="connsiteY170" fmla="*/ 5447653 h 54922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</a:cxnLst>
            <a:rect l="l" t="t" r="r" b="b"/>
            <a:pathLst>
              <a:path w="7036051" h="5492212">
                <a:moveTo>
                  <a:pt x="0" y="0"/>
                </a:moveTo>
                <a:lnTo>
                  <a:pt x="7036051" y="0"/>
                </a:lnTo>
                <a:lnTo>
                  <a:pt x="7036051" y="5163846"/>
                </a:lnTo>
                <a:lnTo>
                  <a:pt x="7012593" y="5176898"/>
                </a:lnTo>
                <a:cubicBezTo>
                  <a:pt x="7010768" y="5193373"/>
                  <a:pt x="6968133" y="5178026"/>
                  <a:pt x="6958601" y="5204359"/>
                </a:cubicBezTo>
                <a:cubicBezTo>
                  <a:pt x="6956255" y="5203750"/>
                  <a:pt x="6953771" y="5203373"/>
                  <a:pt x="6951226" y="5203241"/>
                </a:cubicBezTo>
                <a:cubicBezTo>
                  <a:pt x="6936441" y="5202478"/>
                  <a:pt x="6922846" y="5209982"/>
                  <a:pt x="6920864" y="5220003"/>
                </a:cubicBezTo>
                <a:cubicBezTo>
                  <a:pt x="6902003" y="5258795"/>
                  <a:pt x="6863469" y="5243876"/>
                  <a:pt x="6834841" y="5266115"/>
                </a:cubicBezTo>
                <a:cubicBezTo>
                  <a:pt x="6800315" y="5289373"/>
                  <a:pt x="6805780" y="5289922"/>
                  <a:pt x="6777937" y="5332502"/>
                </a:cubicBezTo>
                <a:cubicBezTo>
                  <a:pt x="6765321" y="5328518"/>
                  <a:pt x="6759096" y="5331534"/>
                  <a:pt x="6752874" y="5340428"/>
                </a:cubicBezTo>
                <a:cubicBezTo>
                  <a:pt x="6735526" y="5351218"/>
                  <a:pt x="6717730" y="5333264"/>
                  <a:pt x="6711115" y="5353924"/>
                </a:cubicBezTo>
                <a:cubicBezTo>
                  <a:pt x="6709352" y="5351156"/>
                  <a:pt x="6706090" y="5350761"/>
                  <a:pt x="6702149" y="5351500"/>
                </a:cubicBezTo>
                <a:lnTo>
                  <a:pt x="6698458" y="5352743"/>
                </a:lnTo>
                <a:lnTo>
                  <a:pt x="6698049" y="5352570"/>
                </a:lnTo>
                <a:lnTo>
                  <a:pt x="6697297" y="5353134"/>
                </a:lnTo>
                <a:lnTo>
                  <a:pt x="6689118" y="5355890"/>
                </a:lnTo>
                <a:cubicBezTo>
                  <a:pt x="6680171" y="5359440"/>
                  <a:pt x="6671805" y="5362584"/>
                  <a:pt x="6670605" y="5355427"/>
                </a:cubicBezTo>
                <a:cubicBezTo>
                  <a:pt x="6665330" y="5354991"/>
                  <a:pt x="6661976" y="5355734"/>
                  <a:pt x="6659606" y="5357084"/>
                </a:cubicBezTo>
                <a:cubicBezTo>
                  <a:pt x="6654864" y="5359782"/>
                  <a:pt x="6654050" y="5364908"/>
                  <a:pt x="6649636" y="5367869"/>
                </a:cubicBezTo>
                <a:lnTo>
                  <a:pt x="6642159" y="5369506"/>
                </a:lnTo>
                <a:lnTo>
                  <a:pt x="6640764" y="5370991"/>
                </a:lnTo>
                <a:lnTo>
                  <a:pt x="6636665" y="5374002"/>
                </a:lnTo>
                <a:lnTo>
                  <a:pt x="6641287" y="5376181"/>
                </a:lnTo>
                <a:cubicBezTo>
                  <a:pt x="6646080" y="5377976"/>
                  <a:pt x="6597903" y="5386514"/>
                  <a:pt x="6591018" y="5390981"/>
                </a:cubicBezTo>
                <a:lnTo>
                  <a:pt x="6548326" y="5403583"/>
                </a:lnTo>
                <a:lnTo>
                  <a:pt x="6472868" y="5394733"/>
                </a:lnTo>
                <a:cubicBezTo>
                  <a:pt x="6457699" y="5415896"/>
                  <a:pt x="6417760" y="5410703"/>
                  <a:pt x="6401194" y="5422870"/>
                </a:cubicBezTo>
                <a:lnTo>
                  <a:pt x="6381961" y="5422940"/>
                </a:lnTo>
                <a:lnTo>
                  <a:pt x="6363834" y="5417751"/>
                </a:lnTo>
                <a:lnTo>
                  <a:pt x="6363997" y="5415912"/>
                </a:lnTo>
                <a:cubicBezTo>
                  <a:pt x="6363602" y="5414702"/>
                  <a:pt x="6362617" y="5414594"/>
                  <a:pt x="6361124" y="5415066"/>
                </a:cubicBezTo>
                <a:lnTo>
                  <a:pt x="6358507" y="5416224"/>
                </a:lnTo>
                <a:lnTo>
                  <a:pt x="6355073" y="5415242"/>
                </a:lnTo>
                <a:lnTo>
                  <a:pt x="6345676" y="5413049"/>
                </a:lnTo>
                <a:lnTo>
                  <a:pt x="6342596" y="5409297"/>
                </a:lnTo>
                <a:cubicBezTo>
                  <a:pt x="6333502" y="5403420"/>
                  <a:pt x="6312379" y="5410664"/>
                  <a:pt x="6305742" y="5401622"/>
                </a:cubicBezTo>
                <a:lnTo>
                  <a:pt x="6294445" y="5404149"/>
                </a:lnTo>
                <a:lnTo>
                  <a:pt x="6281414" y="5398024"/>
                </a:lnTo>
                <a:cubicBezTo>
                  <a:pt x="6269392" y="5392983"/>
                  <a:pt x="6257013" y="5390092"/>
                  <a:pt x="6243972" y="5395807"/>
                </a:cubicBezTo>
                <a:cubicBezTo>
                  <a:pt x="6248312" y="5382942"/>
                  <a:pt x="6211634" y="5399629"/>
                  <a:pt x="6202379" y="5388661"/>
                </a:cubicBezTo>
                <a:cubicBezTo>
                  <a:pt x="6196568" y="5379556"/>
                  <a:pt x="6184084" y="5382499"/>
                  <a:pt x="6173010" y="5380606"/>
                </a:cubicBezTo>
                <a:cubicBezTo>
                  <a:pt x="6162384" y="5372079"/>
                  <a:pt x="6109972" y="5371285"/>
                  <a:pt x="6093421" y="5375473"/>
                </a:cubicBezTo>
                <a:cubicBezTo>
                  <a:pt x="6048943" y="5392971"/>
                  <a:pt x="5995413" y="5360396"/>
                  <a:pt x="5959474" y="5373386"/>
                </a:cubicBezTo>
                <a:cubicBezTo>
                  <a:pt x="5949048" y="5374123"/>
                  <a:pt x="5939860" y="5373301"/>
                  <a:pt x="5931492" y="5371513"/>
                </a:cubicBezTo>
                <a:lnTo>
                  <a:pt x="5909558" y="5364228"/>
                </a:lnTo>
                <a:lnTo>
                  <a:pt x="5906319" y="5357590"/>
                </a:lnTo>
                <a:lnTo>
                  <a:pt x="5891268" y="5355650"/>
                </a:lnTo>
                <a:lnTo>
                  <a:pt x="5887711" y="5353947"/>
                </a:lnTo>
                <a:cubicBezTo>
                  <a:pt x="5880924" y="5350671"/>
                  <a:pt x="5874113" y="5347614"/>
                  <a:pt x="5866852" y="5345374"/>
                </a:cubicBezTo>
                <a:cubicBezTo>
                  <a:pt x="5859911" y="5373405"/>
                  <a:pt x="5803959" y="5330929"/>
                  <a:pt x="5811310" y="5356530"/>
                </a:cubicBezTo>
                <a:cubicBezTo>
                  <a:pt x="5780489" y="5350949"/>
                  <a:pt x="5782784" y="5364359"/>
                  <a:pt x="5770689" y="5359014"/>
                </a:cubicBezTo>
                <a:lnTo>
                  <a:pt x="5767719" y="5357260"/>
                </a:lnTo>
                <a:lnTo>
                  <a:pt x="5765688" y="5352793"/>
                </a:lnTo>
                <a:lnTo>
                  <a:pt x="5758598" y="5351053"/>
                </a:lnTo>
                <a:lnTo>
                  <a:pt x="5752036" y="5346019"/>
                </a:lnTo>
                <a:cubicBezTo>
                  <a:pt x="5676031" y="5353035"/>
                  <a:pt x="5573285" y="5304575"/>
                  <a:pt x="5503590" y="5325537"/>
                </a:cubicBezTo>
                <a:lnTo>
                  <a:pt x="5389848" y="5351472"/>
                </a:lnTo>
                <a:cubicBezTo>
                  <a:pt x="5378275" y="5360535"/>
                  <a:pt x="5357949" y="5362044"/>
                  <a:pt x="5344450" y="5354840"/>
                </a:cubicBezTo>
                <a:cubicBezTo>
                  <a:pt x="5342129" y="5353601"/>
                  <a:pt x="5340101" y="5352144"/>
                  <a:pt x="5338428" y="5350516"/>
                </a:cubicBezTo>
                <a:cubicBezTo>
                  <a:pt x="5303858" y="5372450"/>
                  <a:pt x="5291134" y="5358414"/>
                  <a:pt x="5273489" y="5373945"/>
                </a:cubicBezTo>
                <a:cubicBezTo>
                  <a:pt x="5228455" y="5376430"/>
                  <a:pt x="5198895" y="5356533"/>
                  <a:pt x="5182701" y="5370075"/>
                </a:cubicBezTo>
                <a:cubicBezTo>
                  <a:pt x="5161004" y="5366959"/>
                  <a:pt x="5136154" y="5346791"/>
                  <a:pt x="5114856" y="5361037"/>
                </a:cubicBezTo>
                <a:cubicBezTo>
                  <a:pt x="5116518" y="5347803"/>
                  <a:pt x="5086668" y="5368445"/>
                  <a:pt x="5076532" y="5358612"/>
                </a:cubicBezTo>
                <a:cubicBezTo>
                  <a:pt x="5069788" y="5350240"/>
                  <a:pt x="5059157" y="5354551"/>
                  <a:pt x="5048954" y="5353915"/>
                </a:cubicBezTo>
                <a:cubicBezTo>
                  <a:pt x="5038015" y="5346654"/>
                  <a:pt x="4991132" y="5351733"/>
                  <a:pt x="4977087" y="5357736"/>
                </a:cubicBezTo>
                <a:cubicBezTo>
                  <a:pt x="4940420" y="5380054"/>
                  <a:pt x="4887089" y="5353763"/>
                  <a:pt x="4857261" y="5370659"/>
                </a:cubicBezTo>
                <a:cubicBezTo>
                  <a:pt x="4820568" y="5378246"/>
                  <a:pt x="4797284" y="5358899"/>
                  <a:pt x="4769845" y="5353264"/>
                </a:cubicBezTo>
                <a:cubicBezTo>
                  <a:pt x="4768462" y="5381819"/>
                  <a:pt x="4711275" y="5345988"/>
                  <a:pt x="4722220" y="5370534"/>
                </a:cubicBezTo>
                <a:cubicBezTo>
                  <a:pt x="4684293" y="5367762"/>
                  <a:pt x="4704662" y="5391854"/>
                  <a:pt x="4667552" y="5366753"/>
                </a:cubicBezTo>
                <a:cubicBezTo>
                  <a:pt x="4600967" y="5382212"/>
                  <a:pt x="4513038" y="5362869"/>
                  <a:pt x="4454472" y="5391442"/>
                </a:cubicBezTo>
                <a:lnTo>
                  <a:pt x="4317219" y="5411554"/>
                </a:lnTo>
                <a:lnTo>
                  <a:pt x="4298346" y="5416146"/>
                </a:lnTo>
                <a:cubicBezTo>
                  <a:pt x="4298306" y="5416758"/>
                  <a:pt x="4298267" y="5417371"/>
                  <a:pt x="4298228" y="5417983"/>
                </a:cubicBezTo>
                <a:cubicBezTo>
                  <a:pt x="4297649" y="5419178"/>
                  <a:pt x="4296651" y="5419253"/>
                  <a:pt x="4295233" y="5418735"/>
                </a:cubicBezTo>
                <a:lnTo>
                  <a:pt x="4292799" y="5417494"/>
                </a:lnTo>
                <a:lnTo>
                  <a:pt x="4289225" y="5418364"/>
                </a:lnTo>
                <a:lnTo>
                  <a:pt x="4279515" y="5420247"/>
                </a:lnTo>
                <a:lnTo>
                  <a:pt x="4275872" y="5423890"/>
                </a:lnTo>
                <a:lnTo>
                  <a:pt x="4227055" y="5427466"/>
                </a:lnTo>
                <a:lnTo>
                  <a:pt x="4213123" y="5433155"/>
                </a:lnTo>
                <a:cubicBezTo>
                  <a:pt x="4200364" y="5437794"/>
                  <a:pt x="4187574" y="5440279"/>
                  <a:pt x="4175436" y="5434156"/>
                </a:cubicBezTo>
                <a:cubicBezTo>
                  <a:pt x="4177805" y="5447129"/>
                  <a:pt x="4143760" y="5429295"/>
                  <a:pt x="4132856" y="5439937"/>
                </a:cubicBezTo>
                <a:cubicBezTo>
                  <a:pt x="4125673" y="5448831"/>
                  <a:pt x="4113669" y="5445492"/>
                  <a:pt x="4102333" y="5447021"/>
                </a:cubicBezTo>
                <a:cubicBezTo>
                  <a:pt x="4090434" y="5455185"/>
                  <a:pt x="4038031" y="5454280"/>
                  <a:pt x="4022159" y="5449566"/>
                </a:cubicBezTo>
                <a:cubicBezTo>
                  <a:pt x="3980455" y="5430671"/>
                  <a:pt x="3922096" y="5461433"/>
                  <a:pt x="3888224" y="5447312"/>
                </a:cubicBezTo>
                <a:cubicBezTo>
                  <a:pt x="3877937" y="5446239"/>
                  <a:pt x="3868647" y="5446763"/>
                  <a:pt x="3860026" y="5448274"/>
                </a:cubicBezTo>
                <a:lnTo>
                  <a:pt x="3832796" y="5461349"/>
                </a:lnTo>
                <a:lnTo>
                  <a:pt x="3817485" y="5462797"/>
                </a:lnTo>
                <a:lnTo>
                  <a:pt x="3813676" y="5464379"/>
                </a:lnTo>
                <a:cubicBezTo>
                  <a:pt x="3806407" y="5467429"/>
                  <a:pt x="3799147" y="5470257"/>
                  <a:pt x="3791563" y="5472259"/>
                </a:cubicBezTo>
                <a:cubicBezTo>
                  <a:pt x="3788910" y="5444072"/>
                  <a:pt x="3726624" y="5484631"/>
                  <a:pt x="3737858" y="5459331"/>
                </a:cubicBezTo>
                <a:cubicBezTo>
                  <a:pt x="3706262" y="5463900"/>
                  <a:pt x="3710598" y="5450598"/>
                  <a:pt x="3697716" y="5455539"/>
                </a:cubicBezTo>
                <a:lnTo>
                  <a:pt x="3694487" y="5457193"/>
                </a:lnTo>
                <a:lnTo>
                  <a:pt x="3691779" y="5461582"/>
                </a:lnTo>
                <a:lnTo>
                  <a:pt x="3684442" y="5463086"/>
                </a:lnTo>
                <a:lnTo>
                  <a:pt x="3677129" y="5467898"/>
                </a:lnTo>
                <a:cubicBezTo>
                  <a:pt x="3602381" y="5458439"/>
                  <a:pt x="3505226" y="5485361"/>
                  <a:pt x="3438897" y="5462195"/>
                </a:cubicBezTo>
                <a:lnTo>
                  <a:pt x="3389756" y="5444428"/>
                </a:lnTo>
                <a:cubicBezTo>
                  <a:pt x="3364455" y="5437704"/>
                  <a:pt x="3342081" y="5466704"/>
                  <a:pt x="3316666" y="5450736"/>
                </a:cubicBezTo>
                <a:cubicBezTo>
                  <a:pt x="3306503" y="5441319"/>
                  <a:pt x="3286457" y="5439158"/>
                  <a:pt x="3271894" y="5445907"/>
                </a:cubicBezTo>
                <a:cubicBezTo>
                  <a:pt x="3269388" y="5447068"/>
                  <a:pt x="3267143" y="5448455"/>
                  <a:pt x="3265228" y="5450024"/>
                </a:cubicBezTo>
                <a:cubicBezTo>
                  <a:pt x="3234084" y="5427025"/>
                  <a:pt x="3219254" y="5440615"/>
                  <a:pt x="3204017" y="5424552"/>
                </a:cubicBezTo>
                <a:cubicBezTo>
                  <a:pt x="3159473" y="5420614"/>
                  <a:pt x="3126956" y="5439505"/>
                  <a:pt x="3112867" y="5425473"/>
                </a:cubicBezTo>
                <a:cubicBezTo>
                  <a:pt x="3090747" y="5427880"/>
                  <a:pt x="3062886" y="5447193"/>
                  <a:pt x="3043809" y="5432293"/>
                </a:cubicBezTo>
                <a:cubicBezTo>
                  <a:pt x="3043452" y="5445549"/>
                  <a:pt x="3016821" y="5423991"/>
                  <a:pt x="3005211" y="5433472"/>
                </a:cubicBezTo>
                <a:cubicBezTo>
                  <a:pt x="2997207" y="5441605"/>
                  <a:pt x="2987260" y="5436961"/>
                  <a:pt x="2976986" y="5437264"/>
                </a:cubicBezTo>
                <a:cubicBezTo>
                  <a:pt x="2964968" y="5444153"/>
                  <a:pt x="2918975" y="5437570"/>
                  <a:pt x="2905879" y="5431128"/>
                </a:cubicBezTo>
                <a:cubicBezTo>
                  <a:pt x="2872703" y="5407678"/>
                  <a:pt x="2815496" y="5432178"/>
                  <a:pt x="2788318" y="5414358"/>
                </a:cubicBezTo>
                <a:cubicBezTo>
                  <a:pt x="2746271" y="5410854"/>
                  <a:pt x="2685231" y="5410484"/>
                  <a:pt x="2653590" y="5410111"/>
                </a:cubicBezTo>
                <a:cubicBezTo>
                  <a:pt x="2615334" y="5411650"/>
                  <a:pt x="2639324" y="5388277"/>
                  <a:pt x="2598481" y="5412114"/>
                </a:cubicBezTo>
                <a:cubicBezTo>
                  <a:pt x="2534415" y="5394537"/>
                  <a:pt x="2387966" y="5438902"/>
                  <a:pt x="2333897" y="5408505"/>
                </a:cubicBezTo>
                <a:cubicBezTo>
                  <a:pt x="2279458" y="5405891"/>
                  <a:pt x="2312839" y="5402348"/>
                  <a:pt x="2271841" y="5396433"/>
                </a:cubicBezTo>
                <a:cubicBezTo>
                  <a:pt x="2263465" y="5363868"/>
                  <a:pt x="2168184" y="5361433"/>
                  <a:pt x="2143705" y="5345095"/>
                </a:cubicBezTo>
                <a:cubicBezTo>
                  <a:pt x="2087043" y="5343333"/>
                  <a:pt x="2041689" y="5319742"/>
                  <a:pt x="1986408" y="5335524"/>
                </a:cubicBezTo>
                <a:cubicBezTo>
                  <a:pt x="1983594" y="5331315"/>
                  <a:pt x="1979798" y="5327915"/>
                  <a:pt x="1975333" y="5325099"/>
                </a:cubicBezTo>
                <a:lnTo>
                  <a:pt x="1972441" y="5323775"/>
                </a:lnTo>
                <a:lnTo>
                  <a:pt x="1971497" y="5324412"/>
                </a:lnTo>
                <a:cubicBezTo>
                  <a:pt x="1967825" y="5325937"/>
                  <a:pt x="1963255" y="5326871"/>
                  <a:pt x="1956886" y="5327069"/>
                </a:cubicBezTo>
                <a:cubicBezTo>
                  <a:pt x="1957692" y="5357103"/>
                  <a:pt x="1944755" y="5337483"/>
                  <a:pt x="1924833" y="5344911"/>
                </a:cubicBezTo>
                <a:cubicBezTo>
                  <a:pt x="1907350" y="5349449"/>
                  <a:pt x="1899872" y="5360515"/>
                  <a:pt x="1885856" y="5367299"/>
                </a:cubicBezTo>
                <a:cubicBezTo>
                  <a:pt x="1874373" y="5371950"/>
                  <a:pt x="1870677" y="5363227"/>
                  <a:pt x="1855937" y="5372820"/>
                </a:cubicBezTo>
                <a:cubicBezTo>
                  <a:pt x="1826799" y="5367486"/>
                  <a:pt x="1805938" y="5389998"/>
                  <a:pt x="1784500" y="5395926"/>
                </a:cubicBezTo>
                <a:cubicBezTo>
                  <a:pt x="1777473" y="5395836"/>
                  <a:pt x="1756895" y="5401012"/>
                  <a:pt x="1737998" y="5407426"/>
                </a:cubicBezTo>
                <a:lnTo>
                  <a:pt x="1736716" y="5407939"/>
                </a:lnTo>
                <a:lnTo>
                  <a:pt x="1726742" y="5405934"/>
                </a:lnTo>
                <a:cubicBezTo>
                  <a:pt x="1724249" y="5404894"/>
                  <a:pt x="1723700" y="5403454"/>
                  <a:pt x="1726849" y="5401221"/>
                </a:cubicBezTo>
                <a:cubicBezTo>
                  <a:pt x="1723886" y="5399045"/>
                  <a:pt x="1720993" y="5398236"/>
                  <a:pt x="1718134" y="5398128"/>
                </a:cubicBezTo>
                <a:cubicBezTo>
                  <a:pt x="1712416" y="5397910"/>
                  <a:pt x="1706830" y="5400494"/>
                  <a:pt x="1701063" y="5400545"/>
                </a:cubicBezTo>
                <a:lnTo>
                  <a:pt x="1694634" y="5398728"/>
                </a:lnTo>
                <a:lnTo>
                  <a:pt x="1692270" y="5399053"/>
                </a:lnTo>
                <a:lnTo>
                  <a:pt x="1686657" y="5399247"/>
                </a:lnTo>
                <a:lnTo>
                  <a:pt x="1687479" y="5402165"/>
                </a:lnTo>
                <a:cubicBezTo>
                  <a:pt x="1688791" y="5404927"/>
                  <a:pt x="1689812" y="5407972"/>
                  <a:pt x="1680969" y="5407963"/>
                </a:cubicBezTo>
                <a:cubicBezTo>
                  <a:pt x="1662599" y="5406532"/>
                  <a:pt x="1656841" y="5418932"/>
                  <a:pt x="1648682" y="5407558"/>
                </a:cubicBezTo>
                <a:lnTo>
                  <a:pt x="1646819" y="5404306"/>
                </a:lnTo>
                <a:lnTo>
                  <a:pt x="1642743" y="5403927"/>
                </a:lnTo>
                <a:cubicBezTo>
                  <a:pt x="1640569" y="5404120"/>
                  <a:pt x="1639361" y="5404983"/>
                  <a:pt x="1639788" y="5407135"/>
                </a:cubicBezTo>
                <a:cubicBezTo>
                  <a:pt x="1622347" y="5398881"/>
                  <a:pt x="1603063" y="5413406"/>
                  <a:pt x="1585803" y="5416574"/>
                </a:cubicBezTo>
                <a:cubicBezTo>
                  <a:pt x="1572467" y="5408520"/>
                  <a:pt x="1549407" y="5423110"/>
                  <a:pt x="1513331" y="5423805"/>
                </a:cubicBezTo>
                <a:cubicBezTo>
                  <a:pt x="1498774" y="5414520"/>
                  <a:pt x="1489007" y="5424393"/>
                  <a:pt x="1460734" y="5411778"/>
                </a:cubicBezTo>
                <a:cubicBezTo>
                  <a:pt x="1459446" y="5412932"/>
                  <a:pt x="1457867" y="5413992"/>
                  <a:pt x="1456045" y="5414928"/>
                </a:cubicBezTo>
                <a:cubicBezTo>
                  <a:pt x="1445460" y="5420354"/>
                  <a:pt x="1429166" y="5420415"/>
                  <a:pt x="1419653" y="5415060"/>
                </a:cubicBezTo>
                <a:cubicBezTo>
                  <a:pt x="1374353" y="5398095"/>
                  <a:pt x="1332064" y="5398411"/>
                  <a:pt x="1292605" y="5394671"/>
                </a:cubicBezTo>
                <a:cubicBezTo>
                  <a:pt x="1247867" y="5392301"/>
                  <a:pt x="1276603" y="5411730"/>
                  <a:pt x="1221477" y="5395509"/>
                </a:cubicBezTo>
                <a:cubicBezTo>
                  <a:pt x="1215107" y="5402140"/>
                  <a:pt x="1207983" y="5402421"/>
                  <a:pt x="1196159" y="5399169"/>
                </a:cubicBezTo>
                <a:cubicBezTo>
                  <a:pt x="1174396" y="5398516"/>
                  <a:pt x="1175280" y="5415282"/>
                  <a:pt x="1153748" y="5405093"/>
                </a:cubicBezTo>
                <a:cubicBezTo>
                  <a:pt x="1157267" y="5414115"/>
                  <a:pt x="1112247" y="5408398"/>
                  <a:pt x="1121874" y="5417803"/>
                </a:cubicBezTo>
                <a:cubicBezTo>
                  <a:pt x="1107293" y="5425943"/>
                  <a:pt x="1100911" y="5412406"/>
                  <a:pt x="1086481" y="5419474"/>
                </a:cubicBezTo>
                <a:cubicBezTo>
                  <a:pt x="1070504" y="5421068"/>
                  <a:pt x="1096054" y="5409890"/>
                  <a:pt x="1078485" y="5409150"/>
                </a:cubicBezTo>
                <a:cubicBezTo>
                  <a:pt x="1057107" y="5409880"/>
                  <a:pt x="1057916" y="5393370"/>
                  <a:pt x="1040550" y="5414415"/>
                </a:cubicBezTo>
                <a:cubicBezTo>
                  <a:pt x="1018445" y="5409298"/>
                  <a:pt x="1013694" y="5418764"/>
                  <a:pt x="982981" y="5423575"/>
                </a:cubicBezTo>
                <a:cubicBezTo>
                  <a:pt x="970423" y="5418342"/>
                  <a:pt x="960063" y="5420960"/>
                  <a:pt x="949836" y="5426093"/>
                </a:cubicBezTo>
                <a:cubicBezTo>
                  <a:pt x="920168" y="5424861"/>
                  <a:pt x="892764" y="5432710"/>
                  <a:pt x="859237" y="5435973"/>
                </a:cubicBezTo>
                <a:cubicBezTo>
                  <a:pt x="823344" y="5430160"/>
                  <a:pt x="804272" y="5444731"/>
                  <a:pt x="768445" y="5448159"/>
                </a:cubicBezTo>
                <a:cubicBezTo>
                  <a:pt x="733630" y="5434899"/>
                  <a:pt x="744432" y="5468566"/>
                  <a:pt x="714393" y="5468302"/>
                </a:cubicBezTo>
                <a:cubicBezTo>
                  <a:pt x="665910" y="5456640"/>
                  <a:pt x="715197" y="5479526"/>
                  <a:pt x="639791" y="5476924"/>
                </a:cubicBezTo>
                <a:cubicBezTo>
                  <a:pt x="635590" y="5474880"/>
                  <a:pt x="626375" y="5477333"/>
                  <a:pt x="627266" y="5480260"/>
                </a:cubicBezTo>
                <a:cubicBezTo>
                  <a:pt x="622501" y="5479477"/>
                  <a:pt x="611196" y="5474127"/>
                  <a:pt x="609977" y="5478891"/>
                </a:cubicBezTo>
                <a:cubicBezTo>
                  <a:pt x="585928" y="5480121"/>
                  <a:pt x="562064" y="5478026"/>
                  <a:pt x="540688" y="5472807"/>
                </a:cubicBezTo>
                <a:cubicBezTo>
                  <a:pt x="494260" y="5482226"/>
                  <a:pt x="519722" y="5459453"/>
                  <a:pt x="486194" y="5462661"/>
                </a:cubicBezTo>
                <a:cubicBezTo>
                  <a:pt x="459222" y="5472731"/>
                  <a:pt x="449283" y="5465413"/>
                  <a:pt x="418164" y="5472485"/>
                </a:cubicBezTo>
                <a:cubicBezTo>
                  <a:pt x="407504" y="5457469"/>
                  <a:pt x="388899" y="5474930"/>
                  <a:pt x="376724" y="5470967"/>
                </a:cubicBezTo>
                <a:cubicBezTo>
                  <a:pt x="357541" y="5489409"/>
                  <a:pt x="329120" y="5456071"/>
                  <a:pt x="308908" y="5457025"/>
                </a:cubicBezTo>
                <a:cubicBezTo>
                  <a:pt x="274916" y="5461376"/>
                  <a:pt x="238368" y="5480973"/>
                  <a:pt x="219416" y="5463995"/>
                </a:cubicBezTo>
                <a:cubicBezTo>
                  <a:pt x="217077" y="5471389"/>
                  <a:pt x="220429" y="5481203"/>
                  <a:pt x="200977" y="5480608"/>
                </a:cubicBezTo>
                <a:cubicBezTo>
                  <a:pt x="193315" y="5484612"/>
                  <a:pt x="192227" y="5495868"/>
                  <a:pt x="176226" y="5491022"/>
                </a:cubicBezTo>
                <a:cubicBezTo>
                  <a:pt x="195501" y="5480307"/>
                  <a:pt x="163065" y="5480325"/>
                  <a:pt x="165702" y="5468604"/>
                </a:cubicBezTo>
                <a:cubicBezTo>
                  <a:pt x="141228" y="5462364"/>
                  <a:pt x="86026" y="5474606"/>
                  <a:pt x="88282" y="5453658"/>
                </a:cubicBezTo>
                <a:cubicBezTo>
                  <a:pt x="80722" y="5441690"/>
                  <a:pt x="50300" y="5462007"/>
                  <a:pt x="49602" y="5448762"/>
                </a:cubicBezTo>
                <a:cubicBezTo>
                  <a:pt x="42967" y="5453333"/>
                  <a:pt x="33469" y="5452380"/>
                  <a:pt x="22844" y="5450459"/>
                </a:cubicBezTo>
                <a:lnTo>
                  <a:pt x="0" y="5447653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1925" y="1071349"/>
            <a:ext cx="4414836" cy="1211475"/>
          </a:xfrm>
        </p:spPr>
        <p:txBody>
          <a:bodyPr>
            <a:normAutofit/>
          </a:bodyPr>
          <a:lstStyle/>
          <a:p>
            <a:r>
              <a:rPr lang="en-US" sz="3100"/>
              <a:t>Prototype Demonstration</a:t>
            </a:r>
          </a:p>
        </p:txBody>
      </p:sp>
      <p:sp>
        <p:nvSpPr>
          <p:cNvPr id="22" name="Rectangle 6">
            <a:extLst>
              <a:ext uri="{FF2B5EF4-FFF2-40B4-BE49-F238E27FC236}">
                <a16:creationId xmlns:a16="http://schemas.microsoft.com/office/drawing/2014/main" id="{F0C518C2-0AA4-470C-87B9-9CBF428FBA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478936" y="395108"/>
            <a:ext cx="1280814" cy="428984"/>
          </a:xfrm>
          <a:custGeom>
            <a:avLst/>
            <a:gdLst>
              <a:gd name="connsiteX0" fmla="*/ 0 w 2142503"/>
              <a:gd name="connsiteY0" fmla="*/ 0 h 571500"/>
              <a:gd name="connsiteX1" fmla="*/ 2142503 w 2142503"/>
              <a:gd name="connsiteY1" fmla="*/ 0 h 571500"/>
              <a:gd name="connsiteX2" fmla="*/ 2142503 w 2142503"/>
              <a:gd name="connsiteY2" fmla="*/ 571500 h 571500"/>
              <a:gd name="connsiteX3" fmla="*/ 0 w 2142503"/>
              <a:gd name="connsiteY3" fmla="*/ 571500 h 571500"/>
              <a:gd name="connsiteX4" fmla="*/ 0 w 2142503"/>
              <a:gd name="connsiteY4" fmla="*/ 0 h 571500"/>
              <a:gd name="connsiteX0" fmla="*/ 0 w 2142503"/>
              <a:gd name="connsiteY0" fmla="*/ 0 h 582145"/>
              <a:gd name="connsiteX1" fmla="*/ 2142503 w 2142503"/>
              <a:gd name="connsiteY1" fmla="*/ 0 h 582145"/>
              <a:gd name="connsiteX2" fmla="*/ 2142503 w 2142503"/>
              <a:gd name="connsiteY2" fmla="*/ 571500 h 582145"/>
              <a:gd name="connsiteX3" fmla="*/ 2050917 w 2142503"/>
              <a:gd name="connsiteY3" fmla="*/ 582088 h 582145"/>
              <a:gd name="connsiteX4" fmla="*/ 0 w 2142503"/>
              <a:gd name="connsiteY4" fmla="*/ 571500 h 582145"/>
              <a:gd name="connsiteX5" fmla="*/ 0 w 2142503"/>
              <a:gd name="connsiteY5" fmla="*/ 0 h 582145"/>
              <a:gd name="connsiteX0" fmla="*/ 0 w 2159832"/>
              <a:gd name="connsiteY0" fmla="*/ 0 h 582145"/>
              <a:gd name="connsiteX1" fmla="*/ 2142503 w 2159832"/>
              <a:gd name="connsiteY1" fmla="*/ 0 h 582145"/>
              <a:gd name="connsiteX2" fmla="*/ 2159829 w 2159832"/>
              <a:gd name="connsiteY2" fmla="*/ 96526 h 582145"/>
              <a:gd name="connsiteX3" fmla="*/ 2142503 w 2159832"/>
              <a:gd name="connsiteY3" fmla="*/ 571500 h 582145"/>
              <a:gd name="connsiteX4" fmla="*/ 2050917 w 2159832"/>
              <a:gd name="connsiteY4" fmla="*/ 582088 h 582145"/>
              <a:gd name="connsiteX5" fmla="*/ 0 w 2159832"/>
              <a:gd name="connsiteY5" fmla="*/ 571500 h 582145"/>
              <a:gd name="connsiteX6" fmla="*/ 0 w 2159832"/>
              <a:gd name="connsiteY6" fmla="*/ 0 h 582145"/>
              <a:gd name="connsiteX0" fmla="*/ 0 w 2159832"/>
              <a:gd name="connsiteY0" fmla="*/ 12386 h 594531"/>
              <a:gd name="connsiteX1" fmla="*/ 67826 w 2159832"/>
              <a:gd name="connsiteY1" fmla="*/ 0 h 594531"/>
              <a:gd name="connsiteX2" fmla="*/ 2142503 w 2159832"/>
              <a:gd name="connsiteY2" fmla="*/ 12386 h 594531"/>
              <a:gd name="connsiteX3" fmla="*/ 2159829 w 2159832"/>
              <a:gd name="connsiteY3" fmla="*/ 108912 h 594531"/>
              <a:gd name="connsiteX4" fmla="*/ 2142503 w 2159832"/>
              <a:gd name="connsiteY4" fmla="*/ 583886 h 594531"/>
              <a:gd name="connsiteX5" fmla="*/ 2050917 w 2159832"/>
              <a:gd name="connsiteY5" fmla="*/ 594474 h 594531"/>
              <a:gd name="connsiteX6" fmla="*/ 0 w 2159832"/>
              <a:gd name="connsiteY6" fmla="*/ 583886 h 594531"/>
              <a:gd name="connsiteX7" fmla="*/ 0 w 2159832"/>
              <a:gd name="connsiteY7" fmla="*/ 12386 h 594531"/>
              <a:gd name="connsiteX0" fmla="*/ 0 w 2168908"/>
              <a:gd name="connsiteY0" fmla="*/ 26000 h 594531"/>
              <a:gd name="connsiteX1" fmla="*/ 76902 w 2168908"/>
              <a:gd name="connsiteY1" fmla="*/ 0 h 594531"/>
              <a:gd name="connsiteX2" fmla="*/ 2151579 w 2168908"/>
              <a:gd name="connsiteY2" fmla="*/ 12386 h 594531"/>
              <a:gd name="connsiteX3" fmla="*/ 2168905 w 2168908"/>
              <a:gd name="connsiteY3" fmla="*/ 108912 h 594531"/>
              <a:gd name="connsiteX4" fmla="*/ 2151579 w 2168908"/>
              <a:gd name="connsiteY4" fmla="*/ 583886 h 594531"/>
              <a:gd name="connsiteX5" fmla="*/ 2059993 w 2168908"/>
              <a:gd name="connsiteY5" fmla="*/ 594474 h 594531"/>
              <a:gd name="connsiteX6" fmla="*/ 9076 w 2168908"/>
              <a:gd name="connsiteY6" fmla="*/ 583886 h 594531"/>
              <a:gd name="connsiteX7" fmla="*/ 0 w 2168908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147197 w 2316105"/>
              <a:gd name="connsiteY0" fmla="*/ 26000 h 594531"/>
              <a:gd name="connsiteX1" fmla="*/ 224099 w 2316105"/>
              <a:gd name="connsiteY1" fmla="*/ 0 h 594531"/>
              <a:gd name="connsiteX2" fmla="*/ 2298776 w 2316105"/>
              <a:gd name="connsiteY2" fmla="*/ 12386 h 594531"/>
              <a:gd name="connsiteX3" fmla="*/ 2316102 w 2316105"/>
              <a:gd name="connsiteY3" fmla="*/ 108912 h 594531"/>
              <a:gd name="connsiteX4" fmla="*/ 2298776 w 2316105"/>
              <a:gd name="connsiteY4" fmla="*/ 583886 h 594531"/>
              <a:gd name="connsiteX5" fmla="*/ 2207190 w 2316105"/>
              <a:gd name="connsiteY5" fmla="*/ 594474 h 594531"/>
              <a:gd name="connsiteX6" fmla="*/ 156273 w 2316105"/>
              <a:gd name="connsiteY6" fmla="*/ 583886 h 594531"/>
              <a:gd name="connsiteX7" fmla="*/ 142416 w 2316105"/>
              <a:gd name="connsiteY7" fmla="*/ 235975 h 594531"/>
              <a:gd name="connsiteX8" fmla="*/ 147197 w 2316105"/>
              <a:gd name="connsiteY8" fmla="*/ 26000 h 594531"/>
              <a:gd name="connsiteX0" fmla="*/ 154684 w 2323592"/>
              <a:gd name="connsiteY0" fmla="*/ 26000 h 594531"/>
              <a:gd name="connsiteX1" fmla="*/ 231586 w 2323592"/>
              <a:gd name="connsiteY1" fmla="*/ 0 h 594531"/>
              <a:gd name="connsiteX2" fmla="*/ 2306263 w 2323592"/>
              <a:gd name="connsiteY2" fmla="*/ 12386 h 594531"/>
              <a:gd name="connsiteX3" fmla="*/ 2323589 w 2323592"/>
              <a:gd name="connsiteY3" fmla="*/ 108912 h 594531"/>
              <a:gd name="connsiteX4" fmla="*/ 2306263 w 2323592"/>
              <a:gd name="connsiteY4" fmla="*/ 583886 h 594531"/>
              <a:gd name="connsiteX5" fmla="*/ 2214677 w 2323592"/>
              <a:gd name="connsiteY5" fmla="*/ 594474 h 594531"/>
              <a:gd name="connsiteX6" fmla="*/ 163760 w 2323592"/>
              <a:gd name="connsiteY6" fmla="*/ 583886 h 594531"/>
              <a:gd name="connsiteX7" fmla="*/ 158979 w 2323592"/>
              <a:gd name="connsiteY7" fmla="*/ 403879 h 594531"/>
              <a:gd name="connsiteX8" fmla="*/ 149903 w 2323592"/>
              <a:gd name="connsiteY8" fmla="*/ 235975 h 594531"/>
              <a:gd name="connsiteX9" fmla="*/ 154684 w 2323592"/>
              <a:gd name="connsiteY9" fmla="*/ 26000 h 594531"/>
              <a:gd name="connsiteX0" fmla="*/ 13665 w 2182573"/>
              <a:gd name="connsiteY0" fmla="*/ 26000 h 594531"/>
              <a:gd name="connsiteX1" fmla="*/ 90567 w 2182573"/>
              <a:gd name="connsiteY1" fmla="*/ 0 h 594531"/>
              <a:gd name="connsiteX2" fmla="*/ 2165244 w 2182573"/>
              <a:gd name="connsiteY2" fmla="*/ 12386 h 594531"/>
              <a:gd name="connsiteX3" fmla="*/ 2182570 w 2182573"/>
              <a:gd name="connsiteY3" fmla="*/ 108912 h 594531"/>
              <a:gd name="connsiteX4" fmla="*/ 2165244 w 2182573"/>
              <a:gd name="connsiteY4" fmla="*/ 583886 h 594531"/>
              <a:gd name="connsiteX5" fmla="*/ 2073658 w 2182573"/>
              <a:gd name="connsiteY5" fmla="*/ 594474 h 594531"/>
              <a:gd name="connsiteX6" fmla="*/ 22741 w 2182573"/>
              <a:gd name="connsiteY6" fmla="*/ 583886 h 594531"/>
              <a:gd name="connsiteX7" fmla="*/ 17960 w 2182573"/>
              <a:gd name="connsiteY7" fmla="*/ 403879 h 594531"/>
              <a:gd name="connsiteX8" fmla="*/ 8884 w 2182573"/>
              <a:gd name="connsiteY8" fmla="*/ 235975 h 594531"/>
              <a:gd name="connsiteX9" fmla="*/ 13665 w 2182573"/>
              <a:gd name="connsiteY9" fmla="*/ 26000 h 594531"/>
              <a:gd name="connsiteX0" fmla="*/ 13665 w 2202120"/>
              <a:gd name="connsiteY0" fmla="*/ 26000 h 594531"/>
              <a:gd name="connsiteX1" fmla="*/ 90567 w 2202120"/>
              <a:gd name="connsiteY1" fmla="*/ 0 h 594531"/>
              <a:gd name="connsiteX2" fmla="*/ 2165244 w 2202120"/>
              <a:gd name="connsiteY2" fmla="*/ 12386 h 594531"/>
              <a:gd name="connsiteX3" fmla="*/ 2182570 w 2202120"/>
              <a:gd name="connsiteY3" fmla="*/ 108912 h 594531"/>
              <a:gd name="connsiteX4" fmla="*/ 2192471 w 2202120"/>
              <a:gd name="connsiteY4" fmla="*/ 583886 h 594531"/>
              <a:gd name="connsiteX5" fmla="*/ 2073658 w 2202120"/>
              <a:gd name="connsiteY5" fmla="*/ 594474 h 594531"/>
              <a:gd name="connsiteX6" fmla="*/ 22741 w 2202120"/>
              <a:gd name="connsiteY6" fmla="*/ 583886 h 594531"/>
              <a:gd name="connsiteX7" fmla="*/ 17960 w 2202120"/>
              <a:gd name="connsiteY7" fmla="*/ 403879 h 594531"/>
              <a:gd name="connsiteX8" fmla="*/ 8884 w 2202120"/>
              <a:gd name="connsiteY8" fmla="*/ 235975 h 594531"/>
              <a:gd name="connsiteX9" fmla="*/ 13665 w 2202120"/>
              <a:gd name="connsiteY9" fmla="*/ 26000 h 594531"/>
              <a:gd name="connsiteX0" fmla="*/ 13665 w 2202036"/>
              <a:gd name="connsiteY0" fmla="*/ 26000 h 594531"/>
              <a:gd name="connsiteX1" fmla="*/ 90567 w 2202036"/>
              <a:gd name="connsiteY1" fmla="*/ 0 h 594531"/>
              <a:gd name="connsiteX2" fmla="*/ 2165244 w 2202036"/>
              <a:gd name="connsiteY2" fmla="*/ 12386 h 594531"/>
              <a:gd name="connsiteX3" fmla="*/ 2182570 w 2202036"/>
              <a:gd name="connsiteY3" fmla="*/ 108912 h 594531"/>
              <a:gd name="connsiteX4" fmla="*/ 2191645 w 2202036"/>
              <a:gd name="connsiteY4" fmla="*/ 422031 h 594531"/>
              <a:gd name="connsiteX5" fmla="*/ 2192471 w 2202036"/>
              <a:gd name="connsiteY5" fmla="*/ 583886 h 594531"/>
              <a:gd name="connsiteX6" fmla="*/ 2073658 w 2202036"/>
              <a:gd name="connsiteY6" fmla="*/ 594474 h 594531"/>
              <a:gd name="connsiteX7" fmla="*/ 22741 w 2202036"/>
              <a:gd name="connsiteY7" fmla="*/ 583886 h 594531"/>
              <a:gd name="connsiteX8" fmla="*/ 17960 w 2202036"/>
              <a:gd name="connsiteY8" fmla="*/ 403879 h 594531"/>
              <a:gd name="connsiteX9" fmla="*/ 8884 w 2202036"/>
              <a:gd name="connsiteY9" fmla="*/ 235975 h 594531"/>
              <a:gd name="connsiteX10" fmla="*/ 13665 w 2202036"/>
              <a:gd name="connsiteY10" fmla="*/ 26000 h 594531"/>
              <a:gd name="connsiteX0" fmla="*/ 142254 w 2330625"/>
              <a:gd name="connsiteY0" fmla="*/ 26000 h 594531"/>
              <a:gd name="connsiteX1" fmla="*/ 219156 w 2330625"/>
              <a:gd name="connsiteY1" fmla="*/ 0 h 594531"/>
              <a:gd name="connsiteX2" fmla="*/ 2293833 w 2330625"/>
              <a:gd name="connsiteY2" fmla="*/ 12386 h 594531"/>
              <a:gd name="connsiteX3" fmla="*/ 2311159 w 2330625"/>
              <a:gd name="connsiteY3" fmla="*/ 108912 h 594531"/>
              <a:gd name="connsiteX4" fmla="*/ 2320234 w 2330625"/>
              <a:gd name="connsiteY4" fmla="*/ 422031 h 594531"/>
              <a:gd name="connsiteX5" fmla="*/ 2321060 w 2330625"/>
              <a:gd name="connsiteY5" fmla="*/ 583886 h 594531"/>
              <a:gd name="connsiteX6" fmla="*/ 2202247 w 2330625"/>
              <a:gd name="connsiteY6" fmla="*/ 594474 h 594531"/>
              <a:gd name="connsiteX7" fmla="*/ 151330 w 2330625"/>
              <a:gd name="connsiteY7" fmla="*/ 583886 h 594531"/>
              <a:gd name="connsiteX8" fmla="*/ 155624 w 2330625"/>
              <a:gd name="connsiteY8" fmla="*/ 512790 h 594531"/>
              <a:gd name="connsiteX9" fmla="*/ 146549 w 2330625"/>
              <a:gd name="connsiteY9" fmla="*/ 403879 h 594531"/>
              <a:gd name="connsiteX10" fmla="*/ 137473 w 2330625"/>
              <a:gd name="connsiteY10" fmla="*/ 235975 h 594531"/>
              <a:gd name="connsiteX11" fmla="*/ 142254 w 2330625"/>
              <a:gd name="connsiteY11" fmla="*/ 26000 h 594531"/>
              <a:gd name="connsiteX0" fmla="*/ 13413 w 2201784"/>
              <a:gd name="connsiteY0" fmla="*/ 26000 h 594531"/>
              <a:gd name="connsiteX1" fmla="*/ 90315 w 2201784"/>
              <a:gd name="connsiteY1" fmla="*/ 0 h 594531"/>
              <a:gd name="connsiteX2" fmla="*/ 2164992 w 2201784"/>
              <a:gd name="connsiteY2" fmla="*/ 12386 h 594531"/>
              <a:gd name="connsiteX3" fmla="*/ 2182318 w 2201784"/>
              <a:gd name="connsiteY3" fmla="*/ 108912 h 594531"/>
              <a:gd name="connsiteX4" fmla="*/ 2191393 w 2201784"/>
              <a:gd name="connsiteY4" fmla="*/ 422031 h 594531"/>
              <a:gd name="connsiteX5" fmla="*/ 2192219 w 2201784"/>
              <a:gd name="connsiteY5" fmla="*/ 583886 h 594531"/>
              <a:gd name="connsiteX6" fmla="*/ 2073406 w 2201784"/>
              <a:gd name="connsiteY6" fmla="*/ 594474 h 594531"/>
              <a:gd name="connsiteX7" fmla="*/ 22489 w 2201784"/>
              <a:gd name="connsiteY7" fmla="*/ 583886 h 594531"/>
              <a:gd name="connsiteX8" fmla="*/ 26783 w 2201784"/>
              <a:gd name="connsiteY8" fmla="*/ 512790 h 594531"/>
              <a:gd name="connsiteX9" fmla="*/ 17708 w 2201784"/>
              <a:gd name="connsiteY9" fmla="*/ 403879 h 594531"/>
              <a:gd name="connsiteX10" fmla="*/ 8632 w 2201784"/>
              <a:gd name="connsiteY10" fmla="*/ 235975 h 594531"/>
              <a:gd name="connsiteX11" fmla="*/ 13413 w 2201784"/>
              <a:gd name="connsiteY11" fmla="*/ 26000 h 5945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201784" h="594531">
                <a:moveTo>
                  <a:pt x="13413" y="26000"/>
                </a:moveTo>
                <a:cubicBezTo>
                  <a:pt x="37534" y="24897"/>
                  <a:pt x="66194" y="1103"/>
                  <a:pt x="90315" y="0"/>
                </a:cubicBezTo>
                <a:lnTo>
                  <a:pt x="2164992" y="12386"/>
                </a:lnTo>
                <a:cubicBezTo>
                  <a:pt x="2164717" y="43049"/>
                  <a:pt x="2182593" y="78249"/>
                  <a:pt x="2182318" y="108912"/>
                </a:cubicBezTo>
                <a:cubicBezTo>
                  <a:pt x="2188231" y="177186"/>
                  <a:pt x="2189743" y="342869"/>
                  <a:pt x="2191393" y="422031"/>
                </a:cubicBezTo>
                <a:cubicBezTo>
                  <a:pt x="2193043" y="501193"/>
                  <a:pt x="2213396" y="555146"/>
                  <a:pt x="2192219" y="583886"/>
                </a:cubicBezTo>
                <a:cubicBezTo>
                  <a:pt x="2172279" y="582877"/>
                  <a:pt x="2093346" y="595483"/>
                  <a:pt x="2073406" y="594474"/>
                </a:cubicBezTo>
                <a:lnTo>
                  <a:pt x="22489" y="583886"/>
                </a:lnTo>
                <a:cubicBezTo>
                  <a:pt x="5849" y="592962"/>
                  <a:pt x="27580" y="542791"/>
                  <a:pt x="26783" y="512790"/>
                </a:cubicBezTo>
                <a:cubicBezTo>
                  <a:pt x="25986" y="482789"/>
                  <a:pt x="18464" y="450015"/>
                  <a:pt x="17708" y="403879"/>
                </a:cubicBezTo>
                <a:cubicBezTo>
                  <a:pt x="16952" y="357743"/>
                  <a:pt x="-14855" y="308787"/>
                  <a:pt x="8632" y="235975"/>
                </a:cubicBezTo>
                <a:cubicBezTo>
                  <a:pt x="7119" y="142994"/>
                  <a:pt x="-201" y="65329"/>
                  <a:pt x="13413" y="26000"/>
                </a:cubicBezTo>
                <a:close/>
              </a:path>
            </a:pathLst>
          </a:custGeom>
          <a:solidFill>
            <a:srgbClr val="D9D4D0">
              <a:alpha val="60000"/>
            </a:srgbClr>
          </a:solidFill>
          <a:ln>
            <a:noFill/>
          </a:ln>
          <a:effectLst>
            <a:softEdge rad="635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962538" y="2419350"/>
            <a:ext cx="4313610" cy="3237647"/>
          </a:xfrm>
        </p:spPr>
        <p:txBody>
          <a:bodyPr anchor="ctr">
            <a:normAutofit/>
          </a:bodyPr>
          <a:lstStyle/>
          <a:p>
            <a:r>
              <a:rPr sz="1700"/>
              <a:t>Demo Includes:</a:t>
            </a:r>
          </a:p>
          <a:p>
            <a:r>
              <a:rPr sz="1700"/>
              <a:t>Searching movies/shows</a:t>
            </a:r>
          </a:p>
          <a:p>
            <a:r>
              <a:rPr sz="1700"/>
              <a:t>Displaying show cards</a:t>
            </a:r>
          </a:p>
          <a:p>
            <a:r>
              <a:rPr sz="1700"/>
              <a:t>Viewing full details</a:t>
            </a:r>
          </a:p>
          <a:p>
            <a:r>
              <a:rPr sz="1700"/>
              <a:t>Returning to search page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" y="-5705"/>
            <a:ext cx="9143993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7638" y="637762"/>
            <a:ext cx="7416372" cy="900131"/>
          </a:xfrm>
        </p:spPr>
        <p:txBody>
          <a:bodyPr anchor="t">
            <a:normAutofit/>
          </a:bodyPr>
          <a:lstStyle/>
          <a:p>
            <a:pPr algn="l"/>
            <a:r>
              <a:rPr lang="en-US" sz="3500">
                <a:solidFill>
                  <a:schemeClr val="bg1"/>
                </a:solidFill>
              </a:rPr>
              <a:t>Challenges &amp; Risks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9143992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7638" y="2010758"/>
            <a:ext cx="342892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6661" y="2217343"/>
            <a:ext cx="7410669" cy="3959619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100" dirty="0"/>
              <a:t>Challenges:</a:t>
            </a:r>
          </a:p>
          <a:p>
            <a:pPr>
              <a:lnSpc>
                <a:spcPct val="90000"/>
              </a:lnSpc>
            </a:pPr>
            <a:r>
              <a:rPr lang="en-US" sz="2100" dirty="0"/>
              <a:t>Missing images</a:t>
            </a:r>
          </a:p>
          <a:p>
            <a:pPr>
              <a:lnSpc>
                <a:spcPct val="90000"/>
              </a:lnSpc>
            </a:pPr>
            <a:r>
              <a:rPr lang="en-US" sz="2100" dirty="0"/>
              <a:t>Async API calls</a:t>
            </a:r>
          </a:p>
          <a:p>
            <a:pPr>
              <a:lnSpc>
                <a:spcPct val="90000"/>
              </a:lnSpc>
            </a:pPr>
            <a:r>
              <a:rPr lang="en-US" sz="2100" dirty="0"/>
              <a:t>Coordinating files</a:t>
            </a:r>
          </a:p>
          <a:p>
            <a:pPr>
              <a:lnSpc>
                <a:spcPct val="90000"/>
              </a:lnSpc>
            </a:pPr>
            <a:r>
              <a:rPr lang="en-US" sz="2100" dirty="0"/>
              <a:t>Responsive layout</a:t>
            </a:r>
          </a:p>
          <a:p>
            <a:pPr>
              <a:lnSpc>
                <a:spcPct val="90000"/>
              </a:lnSpc>
            </a:pPr>
            <a:endParaRPr lang="en-US" sz="2100" dirty="0"/>
          </a:p>
          <a:p>
            <a:pPr>
              <a:lnSpc>
                <a:spcPct val="90000"/>
              </a:lnSpc>
            </a:pPr>
            <a:r>
              <a:rPr lang="en-US" sz="2100" dirty="0"/>
              <a:t>Mitigation:</a:t>
            </a:r>
          </a:p>
          <a:p>
            <a:pPr>
              <a:lnSpc>
                <a:spcPct val="90000"/>
              </a:lnSpc>
            </a:pPr>
            <a:r>
              <a:rPr lang="en-US" sz="2100" dirty="0"/>
              <a:t>Placeholder images</a:t>
            </a:r>
          </a:p>
          <a:p>
            <a:pPr>
              <a:lnSpc>
                <a:spcPct val="90000"/>
              </a:lnSpc>
            </a:pPr>
            <a:r>
              <a:rPr lang="en-US" sz="2100" dirty="0"/>
              <a:t>async/await</a:t>
            </a:r>
          </a:p>
          <a:p>
            <a:pPr>
              <a:lnSpc>
                <a:spcPct val="90000"/>
              </a:lnSpc>
            </a:pPr>
            <a:r>
              <a:rPr lang="en-US" sz="2100" dirty="0"/>
              <a:t>Dividing tasks</a:t>
            </a:r>
          </a:p>
          <a:p>
            <a:pPr>
              <a:lnSpc>
                <a:spcPct val="90000"/>
              </a:lnSpc>
            </a:pPr>
            <a:r>
              <a:rPr lang="en-US" sz="2100" dirty="0"/>
              <a:t>Flexbox/Grid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" y="-5705"/>
            <a:ext cx="9143993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7638" y="637762"/>
            <a:ext cx="7416372" cy="900131"/>
          </a:xfrm>
        </p:spPr>
        <p:txBody>
          <a:bodyPr anchor="t">
            <a:normAutofit/>
          </a:bodyPr>
          <a:lstStyle/>
          <a:p>
            <a:pPr algn="l"/>
            <a:r>
              <a:rPr lang="en-US" sz="3500">
                <a:solidFill>
                  <a:schemeClr val="bg1"/>
                </a:solidFill>
              </a:rPr>
              <a:t>Roadmap &amp; Upcoming Tasks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9143992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7638" y="2010758"/>
            <a:ext cx="342892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6661" y="2217343"/>
            <a:ext cx="7410669" cy="3959619"/>
          </a:xfrm>
        </p:spPr>
        <p:txBody>
          <a:bodyPr>
            <a:normAutofit/>
          </a:bodyPr>
          <a:lstStyle/>
          <a:p>
            <a:r>
              <a:rPr lang="en-US" sz="2100" dirty="0"/>
              <a:t>Before final presentation:</a:t>
            </a:r>
          </a:p>
          <a:p>
            <a:r>
              <a:rPr lang="en-US" sz="2100" dirty="0"/>
              <a:t>Add loading animation</a:t>
            </a:r>
          </a:p>
          <a:p>
            <a:r>
              <a:rPr lang="en-US" sz="2100" dirty="0"/>
              <a:t>Better mobile support</a:t>
            </a:r>
          </a:p>
          <a:p>
            <a:r>
              <a:rPr lang="en-US" sz="2100" dirty="0"/>
              <a:t>Improve visuals</a:t>
            </a:r>
          </a:p>
          <a:p>
            <a:r>
              <a:rPr lang="en-US" sz="2100" dirty="0"/>
              <a:t>Add error messages</a:t>
            </a:r>
          </a:p>
          <a:p>
            <a:r>
              <a:rPr lang="en-US" sz="2100" dirty="0"/>
              <a:t>Final demo polish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" y="-5705"/>
            <a:ext cx="9143993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7638" y="637762"/>
            <a:ext cx="7416372" cy="900131"/>
          </a:xfrm>
        </p:spPr>
        <p:txBody>
          <a:bodyPr anchor="t">
            <a:normAutofit/>
          </a:bodyPr>
          <a:lstStyle/>
          <a:p>
            <a:pPr algn="l"/>
            <a:r>
              <a:rPr lang="en-US" sz="3500">
                <a:solidFill>
                  <a:schemeClr val="bg1"/>
                </a:solidFill>
              </a:rPr>
              <a:t>Summary &amp; Conclusion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9143992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7638" y="2010758"/>
            <a:ext cx="342892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6661" y="2217343"/>
            <a:ext cx="7410669" cy="3959619"/>
          </a:xfrm>
        </p:spPr>
        <p:txBody>
          <a:bodyPr>
            <a:normAutofit/>
          </a:bodyPr>
          <a:lstStyle/>
          <a:p>
            <a:r>
              <a:rPr lang="en-US" sz="2100" dirty="0"/>
              <a:t>Takeaways:</a:t>
            </a:r>
          </a:p>
          <a:p>
            <a:r>
              <a:rPr lang="en-US" sz="2100" dirty="0"/>
              <a:t>Working movie search app</a:t>
            </a:r>
          </a:p>
          <a:p>
            <a:r>
              <a:rPr lang="en-US" sz="2100" dirty="0"/>
              <a:t>Learned API + async JS</a:t>
            </a:r>
          </a:p>
          <a:p>
            <a:r>
              <a:rPr lang="en-US" sz="2100" dirty="0"/>
              <a:t>Improved teamwork</a:t>
            </a:r>
          </a:p>
          <a:p>
            <a:endParaRPr lang="en-US" sz="2100" dirty="0"/>
          </a:p>
          <a:p>
            <a:r>
              <a:rPr lang="en-US" sz="2100" dirty="0"/>
              <a:t>Next Update: Final Presentation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" y="-5705"/>
            <a:ext cx="9143993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7638" y="637762"/>
            <a:ext cx="7416372" cy="900131"/>
          </a:xfrm>
        </p:spPr>
        <p:txBody>
          <a:bodyPr anchor="t">
            <a:normAutofit/>
          </a:bodyPr>
          <a:lstStyle/>
          <a:p>
            <a:pPr algn="l"/>
            <a:r>
              <a:rPr lang="en-US" sz="3500">
                <a:solidFill>
                  <a:schemeClr val="bg1"/>
                </a:solidFill>
              </a:rPr>
              <a:t>Q&amp;A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9143992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7638" y="2010758"/>
            <a:ext cx="342892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6661" y="2217343"/>
            <a:ext cx="7410669" cy="3959619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sz="2400" b="1" dirty="0"/>
              <a:t>1. “Why did you choose the </a:t>
            </a:r>
            <a:r>
              <a:rPr lang="en-US" sz="2400" b="1" dirty="0" err="1"/>
              <a:t>TVMaze</a:t>
            </a:r>
            <a:r>
              <a:rPr lang="en-US" sz="2400" b="1" dirty="0"/>
              <a:t> API?”</a:t>
            </a:r>
          </a:p>
          <a:p>
            <a:pPr marL="0" indent="0">
              <a:buNone/>
            </a:pPr>
            <a:r>
              <a:rPr lang="en-US" sz="2400" b="1" dirty="0"/>
              <a:t>Answer:</a:t>
            </a:r>
            <a:br>
              <a:rPr lang="en-US" sz="2400" dirty="0"/>
            </a:br>
            <a:r>
              <a:rPr lang="en-US" sz="2400" dirty="0"/>
              <a:t>We chose the </a:t>
            </a:r>
            <a:r>
              <a:rPr lang="en-US" sz="2400" dirty="0" err="1"/>
              <a:t>TVMaze</a:t>
            </a:r>
            <a:r>
              <a:rPr lang="en-US" sz="2400" dirty="0"/>
              <a:t> API because it’s free, easy to use, and provides clean data for shows and movies. It also doesn’t require an API key, which made development faster.</a:t>
            </a:r>
            <a:br>
              <a:rPr lang="en-US" sz="2400" dirty="0"/>
            </a:br>
            <a:endParaRPr lang="en-US" sz="2400" dirty="0"/>
          </a:p>
          <a:p>
            <a:pPr marL="0" indent="0">
              <a:buNone/>
            </a:pPr>
            <a:r>
              <a:rPr lang="en-US" sz="2400" b="1" dirty="0"/>
              <a:t>2. “What was the hardest part of building the prototype?”</a:t>
            </a:r>
          </a:p>
          <a:p>
            <a:pPr marL="0" indent="0">
              <a:buNone/>
            </a:pPr>
            <a:r>
              <a:rPr lang="en-US" sz="2400" b="1" dirty="0"/>
              <a:t>Answer:</a:t>
            </a:r>
            <a:br>
              <a:rPr lang="en-US" sz="2400" dirty="0"/>
            </a:br>
            <a:r>
              <a:rPr lang="en-US" sz="2400" dirty="0"/>
              <a:t>The hardest part was handling missing data and making sure the page didn’t break when the API returned empty fields. We fixed this by adding placeholder images and fallback text.</a:t>
            </a:r>
          </a:p>
          <a:p>
            <a:pPr marL="0" indent="0">
              <a:buNone/>
            </a:pPr>
            <a:br>
              <a:rPr lang="en-US" sz="2400" dirty="0"/>
            </a:br>
            <a:endParaRPr lang="en-US" sz="2400" dirty="0"/>
          </a:p>
          <a:p>
            <a:pPr marL="0" indent="0">
              <a:buNone/>
            </a:pPr>
            <a:r>
              <a:rPr lang="en-US" sz="2400" b="1" dirty="0"/>
              <a:t>3. “How does your app handle slow or failed API requests?”</a:t>
            </a:r>
          </a:p>
          <a:p>
            <a:pPr marL="0" indent="0">
              <a:buNone/>
            </a:pPr>
            <a:r>
              <a:rPr lang="en-US" sz="2400" b="1" dirty="0"/>
              <a:t>Answer:</a:t>
            </a:r>
            <a:br>
              <a:rPr lang="en-US" sz="2400" dirty="0"/>
            </a:br>
            <a:r>
              <a:rPr lang="en-US" sz="2400" dirty="0"/>
              <a:t>We used </a:t>
            </a:r>
            <a:r>
              <a:rPr lang="en-US" dirty="0"/>
              <a:t>async/await</a:t>
            </a:r>
            <a:r>
              <a:rPr lang="en-US" sz="2400" dirty="0"/>
              <a:t> with error handling in JavaScript. If the API is slow or fails, the app shows a basic message instead of freezing or showing a blank screen.</a:t>
            </a:r>
          </a:p>
          <a:p>
            <a:pPr marL="0" indent="0">
              <a:buNone/>
            </a:pPr>
            <a:endParaRPr lang="en-US" sz="21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480</Words>
  <Application>Microsoft Office PowerPoint</Application>
  <PresentationFormat>On-screen Show (4:3)</PresentationFormat>
  <Paragraphs>84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Movie Search API Prototype Development</vt:lpstr>
      <vt:lpstr>Table of Contents</vt:lpstr>
      <vt:lpstr>Project Overview</vt:lpstr>
      <vt:lpstr>Purpose &amp; Problem Statement</vt:lpstr>
      <vt:lpstr>Progress Since Last Presentation</vt:lpstr>
      <vt:lpstr>Team Responsibilities</vt:lpstr>
      <vt:lpstr>Prototype Demonstration</vt:lpstr>
      <vt:lpstr>Challenges &amp; Risks</vt:lpstr>
      <vt:lpstr>Roadmap &amp; Upcoming Tasks</vt:lpstr>
      <vt:lpstr>Summary &amp; Conclusion</vt:lpstr>
      <vt:lpstr>Q&amp;A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Luke Davis</cp:lastModifiedBy>
  <cp:revision>2</cp:revision>
  <dcterms:created xsi:type="dcterms:W3CDTF">2013-01-27T09:14:16Z</dcterms:created>
  <dcterms:modified xsi:type="dcterms:W3CDTF">2025-11-15T04:10:49Z</dcterms:modified>
  <cp:category/>
</cp:coreProperties>
</file>