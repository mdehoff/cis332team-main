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1" d="100"/>
          <a:sy n="91" d="100"/>
        </p:scale>
        <p:origin x="1651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7C484F-1C79-4CC6-AF6A-134693091A0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DA4D785-B0D2-461C-940B-F278DA909959}">
      <dgm:prSet/>
      <dgm:spPr/>
      <dgm:t>
        <a:bodyPr/>
        <a:lstStyle/>
        <a:p>
          <a:r>
            <a:rPr lang="en-US"/>
            <a:t>Team Members:</a:t>
          </a:r>
        </a:p>
      </dgm:t>
    </dgm:pt>
    <dgm:pt modelId="{65F821B2-EE82-424F-91A8-DE2B57CC4EEA}" type="parTrans" cxnId="{EE8AD387-A8E4-48D4-AF6A-245BAA224B1D}">
      <dgm:prSet/>
      <dgm:spPr/>
      <dgm:t>
        <a:bodyPr/>
        <a:lstStyle/>
        <a:p>
          <a:endParaRPr lang="en-US"/>
        </a:p>
      </dgm:t>
    </dgm:pt>
    <dgm:pt modelId="{20D097C5-FC4D-4D97-BCB7-B98304533590}" type="sibTrans" cxnId="{EE8AD387-A8E4-48D4-AF6A-245BAA224B1D}">
      <dgm:prSet/>
      <dgm:spPr/>
      <dgm:t>
        <a:bodyPr/>
        <a:lstStyle/>
        <a:p>
          <a:endParaRPr lang="en-US"/>
        </a:p>
      </dgm:t>
    </dgm:pt>
    <dgm:pt modelId="{8EBC9197-E2C6-4DBC-89A1-15CA06262582}">
      <dgm:prSet/>
      <dgm:spPr/>
      <dgm:t>
        <a:bodyPr/>
        <a:lstStyle/>
        <a:p>
          <a:r>
            <a:rPr lang="en-US"/>
            <a:t>Morgan Dehoff</a:t>
          </a:r>
        </a:p>
      </dgm:t>
    </dgm:pt>
    <dgm:pt modelId="{0F827B6A-4D0F-4014-A854-2CE56BDBCB53}" type="parTrans" cxnId="{820FDD2A-7C71-4D03-8C5B-12007B4D788C}">
      <dgm:prSet/>
      <dgm:spPr/>
      <dgm:t>
        <a:bodyPr/>
        <a:lstStyle/>
        <a:p>
          <a:endParaRPr lang="en-US"/>
        </a:p>
      </dgm:t>
    </dgm:pt>
    <dgm:pt modelId="{D72A901D-2370-4AD6-BA6B-CCCC14794DFC}" type="sibTrans" cxnId="{820FDD2A-7C71-4D03-8C5B-12007B4D788C}">
      <dgm:prSet/>
      <dgm:spPr/>
      <dgm:t>
        <a:bodyPr/>
        <a:lstStyle/>
        <a:p>
          <a:endParaRPr lang="en-US"/>
        </a:p>
      </dgm:t>
    </dgm:pt>
    <dgm:pt modelId="{1BC76667-CC5C-4E43-9C38-C66117FE649F}">
      <dgm:prSet/>
      <dgm:spPr/>
      <dgm:t>
        <a:bodyPr/>
        <a:lstStyle/>
        <a:p>
          <a:r>
            <a:rPr lang="en-US"/>
            <a:t>Luke Davis</a:t>
          </a:r>
        </a:p>
      </dgm:t>
    </dgm:pt>
    <dgm:pt modelId="{B354F568-C9E7-4160-ACAC-F88081F2EFA3}" type="parTrans" cxnId="{546D0AB8-6E65-4782-A01D-B75307EAA792}">
      <dgm:prSet/>
      <dgm:spPr/>
      <dgm:t>
        <a:bodyPr/>
        <a:lstStyle/>
        <a:p>
          <a:endParaRPr lang="en-US"/>
        </a:p>
      </dgm:t>
    </dgm:pt>
    <dgm:pt modelId="{D4B09EE0-2B7C-48C2-8327-8FCBD46F3754}" type="sibTrans" cxnId="{546D0AB8-6E65-4782-A01D-B75307EAA792}">
      <dgm:prSet/>
      <dgm:spPr/>
      <dgm:t>
        <a:bodyPr/>
        <a:lstStyle/>
        <a:p>
          <a:endParaRPr lang="en-US"/>
        </a:p>
      </dgm:t>
    </dgm:pt>
    <dgm:pt modelId="{F9EB79C1-932E-472D-B90D-3A209238F6AA}">
      <dgm:prSet/>
      <dgm:spPr/>
      <dgm:t>
        <a:bodyPr/>
        <a:lstStyle/>
        <a:p>
          <a:r>
            <a:rPr lang="en-US"/>
            <a:t>Trey Rios</a:t>
          </a:r>
        </a:p>
      </dgm:t>
    </dgm:pt>
    <dgm:pt modelId="{7C0DE169-E70B-4A31-BF85-351562617D94}" type="parTrans" cxnId="{2589FB07-BF57-49C0-B07A-DEA11FEBC492}">
      <dgm:prSet/>
      <dgm:spPr/>
      <dgm:t>
        <a:bodyPr/>
        <a:lstStyle/>
        <a:p>
          <a:endParaRPr lang="en-US"/>
        </a:p>
      </dgm:t>
    </dgm:pt>
    <dgm:pt modelId="{8A1900AB-40DF-477A-BDEC-CB8704310196}" type="sibTrans" cxnId="{2589FB07-BF57-49C0-B07A-DEA11FEBC492}">
      <dgm:prSet/>
      <dgm:spPr/>
      <dgm:t>
        <a:bodyPr/>
        <a:lstStyle/>
        <a:p>
          <a:endParaRPr lang="en-US"/>
        </a:p>
      </dgm:t>
    </dgm:pt>
    <dgm:pt modelId="{D39E4418-47CD-4F53-A1C1-ECA09E560186}" type="pres">
      <dgm:prSet presAssocID="{A87C484F-1C79-4CC6-AF6A-134693091A08}" presName="linear" presStyleCnt="0">
        <dgm:presLayoutVars>
          <dgm:animLvl val="lvl"/>
          <dgm:resizeHandles val="exact"/>
        </dgm:presLayoutVars>
      </dgm:prSet>
      <dgm:spPr/>
    </dgm:pt>
    <dgm:pt modelId="{B9422BF9-60C5-4F60-B007-8BD5FE30D9ED}" type="pres">
      <dgm:prSet presAssocID="{0DA4D785-B0D2-461C-940B-F278DA9099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93DEEE9-BA2B-43B6-9AA0-C52C13EF8D30}" type="pres">
      <dgm:prSet presAssocID="{20D097C5-FC4D-4D97-BCB7-B98304533590}" presName="spacer" presStyleCnt="0"/>
      <dgm:spPr/>
    </dgm:pt>
    <dgm:pt modelId="{1339580B-08AE-487B-818B-98E3A1B9BDD9}" type="pres">
      <dgm:prSet presAssocID="{8EBC9197-E2C6-4DBC-89A1-15CA0626258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80517E0-51C0-4132-A3EE-4917F7DA7DC4}" type="pres">
      <dgm:prSet presAssocID="{D72A901D-2370-4AD6-BA6B-CCCC14794DFC}" presName="spacer" presStyleCnt="0"/>
      <dgm:spPr/>
    </dgm:pt>
    <dgm:pt modelId="{D110A8BF-30CA-4DBD-B1FB-DFB43FCEEE2D}" type="pres">
      <dgm:prSet presAssocID="{1BC76667-CC5C-4E43-9C38-C66117FE649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2B768F-2BA5-4366-8530-DFB7B0121F60}" type="pres">
      <dgm:prSet presAssocID="{D4B09EE0-2B7C-48C2-8327-8FCBD46F3754}" presName="spacer" presStyleCnt="0"/>
      <dgm:spPr/>
    </dgm:pt>
    <dgm:pt modelId="{659890F6-D5EB-4A4C-8BC4-3DC36E0114E7}" type="pres">
      <dgm:prSet presAssocID="{F9EB79C1-932E-472D-B90D-3A209238F6A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589FB07-BF57-49C0-B07A-DEA11FEBC492}" srcId="{A87C484F-1C79-4CC6-AF6A-134693091A08}" destId="{F9EB79C1-932E-472D-B90D-3A209238F6AA}" srcOrd="3" destOrd="0" parTransId="{7C0DE169-E70B-4A31-BF85-351562617D94}" sibTransId="{8A1900AB-40DF-477A-BDEC-CB8704310196}"/>
    <dgm:cxn modelId="{52600612-B955-405D-B64C-1A7ADE603028}" type="presOf" srcId="{A87C484F-1C79-4CC6-AF6A-134693091A08}" destId="{D39E4418-47CD-4F53-A1C1-ECA09E560186}" srcOrd="0" destOrd="0" presId="urn:microsoft.com/office/officeart/2005/8/layout/vList2"/>
    <dgm:cxn modelId="{820FDD2A-7C71-4D03-8C5B-12007B4D788C}" srcId="{A87C484F-1C79-4CC6-AF6A-134693091A08}" destId="{8EBC9197-E2C6-4DBC-89A1-15CA06262582}" srcOrd="1" destOrd="0" parTransId="{0F827B6A-4D0F-4014-A854-2CE56BDBCB53}" sibTransId="{D72A901D-2370-4AD6-BA6B-CCCC14794DFC}"/>
    <dgm:cxn modelId="{EE8AD387-A8E4-48D4-AF6A-245BAA224B1D}" srcId="{A87C484F-1C79-4CC6-AF6A-134693091A08}" destId="{0DA4D785-B0D2-461C-940B-F278DA909959}" srcOrd="0" destOrd="0" parTransId="{65F821B2-EE82-424F-91A8-DE2B57CC4EEA}" sibTransId="{20D097C5-FC4D-4D97-BCB7-B98304533590}"/>
    <dgm:cxn modelId="{4906FCAF-15A4-41DA-9389-6AAA6DF08E1A}" type="presOf" srcId="{F9EB79C1-932E-472D-B90D-3A209238F6AA}" destId="{659890F6-D5EB-4A4C-8BC4-3DC36E0114E7}" srcOrd="0" destOrd="0" presId="urn:microsoft.com/office/officeart/2005/8/layout/vList2"/>
    <dgm:cxn modelId="{546D0AB8-6E65-4782-A01D-B75307EAA792}" srcId="{A87C484F-1C79-4CC6-AF6A-134693091A08}" destId="{1BC76667-CC5C-4E43-9C38-C66117FE649F}" srcOrd="2" destOrd="0" parTransId="{B354F568-C9E7-4160-ACAC-F88081F2EFA3}" sibTransId="{D4B09EE0-2B7C-48C2-8327-8FCBD46F3754}"/>
    <dgm:cxn modelId="{301F67D1-8FE6-41DB-AA7F-824A256404DF}" type="presOf" srcId="{0DA4D785-B0D2-461C-940B-F278DA909959}" destId="{B9422BF9-60C5-4F60-B007-8BD5FE30D9ED}" srcOrd="0" destOrd="0" presId="urn:microsoft.com/office/officeart/2005/8/layout/vList2"/>
    <dgm:cxn modelId="{F072F3F4-25D4-44BE-8679-5211C4D65C6F}" type="presOf" srcId="{1BC76667-CC5C-4E43-9C38-C66117FE649F}" destId="{D110A8BF-30CA-4DBD-B1FB-DFB43FCEEE2D}" srcOrd="0" destOrd="0" presId="urn:microsoft.com/office/officeart/2005/8/layout/vList2"/>
    <dgm:cxn modelId="{5C28A7FD-6D21-465D-A793-E0226CE66F9B}" type="presOf" srcId="{8EBC9197-E2C6-4DBC-89A1-15CA06262582}" destId="{1339580B-08AE-487B-818B-98E3A1B9BDD9}" srcOrd="0" destOrd="0" presId="urn:microsoft.com/office/officeart/2005/8/layout/vList2"/>
    <dgm:cxn modelId="{85D1A16C-A624-48DC-8C13-EF472AF84BD0}" type="presParOf" srcId="{D39E4418-47CD-4F53-A1C1-ECA09E560186}" destId="{B9422BF9-60C5-4F60-B007-8BD5FE30D9ED}" srcOrd="0" destOrd="0" presId="urn:microsoft.com/office/officeart/2005/8/layout/vList2"/>
    <dgm:cxn modelId="{1D863E04-AC45-46BC-8EC4-3B22E3CBDD1C}" type="presParOf" srcId="{D39E4418-47CD-4F53-A1C1-ECA09E560186}" destId="{293DEEE9-BA2B-43B6-9AA0-C52C13EF8D30}" srcOrd="1" destOrd="0" presId="urn:microsoft.com/office/officeart/2005/8/layout/vList2"/>
    <dgm:cxn modelId="{3F9CECCF-8822-4AE3-B8D8-1DD40A53F0EC}" type="presParOf" srcId="{D39E4418-47CD-4F53-A1C1-ECA09E560186}" destId="{1339580B-08AE-487B-818B-98E3A1B9BDD9}" srcOrd="2" destOrd="0" presId="urn:microsoft.com/office/officeart/2005/8/layout/vList2"/>
    <dgm:cxn modelId="{9040CFC0-8509-4587-8ADC-C2093335394C}" type="presParOf" srcId="{D39E4418-47CD-4F53-A1C1-ECA09E560186}" destId="{380517E0-51C0-4132-A3EE-4917F7DA7DC4}" srcOrd="3" destOrd="0" presId="urn:microsoft.com/office/officeart/2005/8/layout/vList2"/>
    <dgm:cxn modelId="{E91FCD54-7E4A-430A-9A9F-E809641A26FE}" type="presParOf" srcId="{D39E4418-47CD-4F53-A1C1-ECA09E560186}" destId="{D110A8BF-30CA-4DBD-B1FB-DFB43FCEEE2D}" srcOrd="4" destOrd="0" presId="urn:microsoft.com/office/officeart/2005/8/layout/vList2"/>
    <dgm:cxn modelId="{F09ECB20-5D28-4EE7-B58B-3F1ECF301996}" type="presParOf" srcId="{D39E4418-47CD-4F53-A1C1-ECA09E560186}" destId="{602B768F-2BA5-4366-8530-DFB7B0121F60}" srcOrd="5" destOrd="0" presId="urn:microsoft.com/office/officeart/2005/8/layout/vList2"/>
    <dgm:cxn modelId="{0D7C07E2-AFD5-4CCA-9207-A873930B4046}" type="presParOf" srcId="{D39E4418-47CD-4F53-A1C1-ECA09E560186}" destId="{659890F6-D5EB-4A4C-8BC4-3DC36E0114E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113042-B6BB-463C-828B-21471CA193F5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09F19AF-9496-4906-86AA-1B78CF148972}">
      <dgm:prSet/>
      <dgm:spPr/>
      <dgm:t>
        <a:bodyPr/>
        <a:lstStyle/>
        <a:p>
          <a:r>
            <a:rPr lang="en-US"/>
            <a:t>Practice</a:t>
          </a:r>
        </a:p>
      </dgm:t>
    </dgm:pt>
    <dgm:pt modelId="{B35A8320-48CB-4020-97F3-5D50670A63CA}" type="parTrans" cxnId="{BEAAA050-20D6-42D2-B656-D95C3EC36DCB}">
      <dgm:prSet/>
      <dgm:spPr/>
      <dgm:t>
        <a:bodyPr/>
        <a:lstStyle/>
        <a:p>
          <a:endParaRPr lang="en-US"/>
        </a:p>
      </dgm:t>
    </dgm:pt>
    <dgm:pt modelId="{3CD2C2BD-CB35-47E9-A55F-6A135178B862}" type="sibTrans" cxnId="{BEAAA050-20D6-42D2-B656-D95C3EC36DCB}">
      <dgm:prSet/>
      <dgm:spPr/>
      <dgm:t>
        <a:bodyPr/>
        <a:lstStyle/>
        <a:p>
          <a:endParaRPr lang="en-US"/>
        </a:p>
      </dgm:t>
    </dgm:pt>
    <dgm:pt modelId="{F143759E-A4F1-4A3B-A508-36E3CC500026}">
      <dgm:prSet/>
      <dgm:spPr/>
      <dgm:t>
        <a:bodyPr/>
        <a:lstStyle/>
        <a:p>
          <a:r>
            <a:rPr lang="en-US"/>
            <a:t>Practice APIs &amp; async JavaScript</a:t>
          </a:r>
        </a:p>
      </dgm:t>
    </dgm:pt>
    <dgm:pt modelId="{D3FC09AD-56F1-442F-B671-69E58BDAE041}" type="parTrans" cxnId="{38FB8DE1-DACA-47EB-869B-9F9A46FE4F7B}">
      <dgm:prSet/>
      <dgm:spPr/>
      <dgm:t>
        <a:bodyPr/>
        <a:lstStyle/>
        <a:p>
          <a:endParaRPr lang="en-US"/>
        </a:p>
      </dgm:t>
    </dgm:pt>
    <dgm:pt modelId="{8551D32D-4F8C-4F0A-8B28-21F0D364D035}" type="sibTrans" cxnId="{38FB8DE1-DACA-47EB-869B-9F9A46FE4F7B}">
      <dgm:prSet/>
      <dgm:spPr/>
      <dgm:t>
        <a:bodyPr/>
        <a:lstStyle/>
        <a:p>
          <a:endParaRPr lang="en-US"/>
        </a:p>
      </dgm:t>
    </dgm:pt>
    <dgm:pt modelId="{6DA93658-6465-45BC-91B5-246B867BC432}">
      <dgm:prSet/>
      <dgm:spPr/>
      <dgm:t>
        <a:bodyPr/>
        <a:lstStyle/>
        <a:p>
          <a:r>
            <a:rPr lang="en-US"/>
            <a:t>Build</a:t>
          </a:r>
        </a:p>
      </dgm:t>
    </dgm:pt>
    <dgm:pt modelId="{B37DE9C0-23D5-423E-ACC1-6CA827BAEF7B}" type="parTrans" cxnId="{58DFD6C7-8A95-4FA6-905B-5B90AF65FA0D}">
      <dgm:prSet/>
      <dgm:spPr/>
      <dgm:t>
        <a:bodyPr/>
        <a:lstStyle/>
        <a:p>
          <a:endParaRPr lang="en-US"/>
        </a:p>
      </dgm:t>
    </dgm:pt>
    <dgm:pt modelId="{25B1211F-0376-44B9-B0B9-4416DAE0AD77}" type="sibTrans" cxnId="{58DFD6C7-8A95-4FA6-905B-5B90AF65FA0D}">
      <dgm:prSet/>
      <dgm:spPr/>
      <dgm:t>
        <a:bodyPr/>
        <a:lstStyle/>
        <a:p>
          <a:endParaRPr lang="en-US"/>
        </a:p>
      </dgm:t>
    </dgm:pt>
    <dgm:pt modelId="{C73CAA66-1C35-4E35-A6BC-B9BBC7FBD327}">
      <dgm:prSet/>
      <dgm:spPr/>
      <dgm:t>
        <a:bodyPr/>
        <a:lstStyle/>
        <a:p>
          <a:r>
            <a:rPr lang="en-US"/>
            <a:t>Build clean responsive UI</a:t>
          </a:r>
        </a:p>
      </dgm:t>
    </dgm:pt>
    <dgm:pt modelId="{DB15AF64-4E69-42DA-A332-E8ED05DA77E1}" type="parTrans" cxnId="{D4F9D603-2703-407E-9EB5-46254BB95BEB}">
      <dgm:prSet/>
      <dgm:spPr/>
      <dgm:t>
        <a:bodyPr/>
        <a:lstStyle/>
        <a:p>
          <a:endParaRPr lang="en-US"/>
        </a:p>
      </dgm:t>
    </dgm:pt>
    <dgm:pt modelId="{53C55CD8-2D04-49A9-91CD-B109D11F17F9}" type="sibTrans" cxnId="{D4F9D603-2703-407E-9EB5-46254BB95BEB}">
      <dgm:prSet/>
      <dgm:spPr/>
      <dgm:t>
        <a:bodyPr/>
        <a:lstStyle/>
        <a:p>
          <a:endParaRPr lang="en-US"/>
        </a:p>
      </dgm:t>
    </dgm:pt>
    <dgm:pt modelId="{7EC7ADD8-2EC7-4028-8ECF-30B36A3BBF05}">
      <dgm:prSet/>
      <dgm:spPr/>
      <dgm:t>
        <a:bodyPr/>
        <a:lstStyle/>
        <a:p>
          <a:r>
            <a:rPr lang="en-US"/>
            <a:t>Display</a:t>
          </a:r>
        </a:p>
      </dgm:t>
    </dgm:pt>
    <dgm:pt modelId="{B9AC35F5-344D-4EDA-8ABA-362B27771CE6}" type="parTrans" cxnId="{48A9A119-190F-4CF8-AE41-FEC9A53E35CC}">
      <dgm:prSet/>
      <dgm:spPr/>
      <dgm:t>
        <a:bodyPr/>
        <a:lstStyle/>
        <a:p>
          <a:endParaRPr lang="en-US"/>
        </a:p>
      </dgm:t>
    </dgm:pt>
    <dgm:pt modelId="{906CE828-178F-40F0-A514-8914512FD602}" type="sibTrans" cxnId="{48A9A119-190F-4CF8-AE41-FEC9A53E35CC}">
      <dgm:prSet/>
      <dgm:spPr/>
      <dgm:t>
        <a:bodyPr/>
        <a:lstStyle/>
        <a:p>
          <a:endParaRPr lang="en-US"/>
        </a:p>
      </dgm:t>
    </dgm:pt>
    <dgm:pt modelId="{F74604B1-49E2-4D81-B406-6F5903D9D05B}">
      <dgm:prSet/>
      <dgm:spPr/>
      <dgm:t>
        <a:bodyPr/>
        <a:lstStyle/>
        <a:p>
          <a:r>
            <a:rPr lang="en-US"/>
            <a:t>Display real‑time data from TVMaze</a:t>
          </a:r>
        </a:p>
      </dgm:t>
    </dgm:pt>
    <dgm:pt modelId="{4D7DF6F6-0F2C-4233-8E34-50BF026DF49C}" type="parTrans" cxnId="{C59C2ED0-9511-4942-B2AD-FE7E9D8998AA}">
      <dgm:prSet/>
      <dgm:spPr/>
      <dgm:t>
        <a:bodyPr/>
        <a:lstStyle/>
        <a:p>
          <a:endParaRPr lang="en-US"/>
        </a:p>
      </dgm:t>
    </dgm:pt>
    <dgm:pt modelId="{23F29D22-557B-40E1-82D6-EC9A68F35B33}" type="sibTrans" cxnId="{C59C2ED0-9511-4942-B2AD-FE7E9D8998AA}">
      <dgm:prSet/>
      <dgm:spPr/>
      <dgm:t>
        <a:bodyPr/>
        <a:lstStyle/>
        <a:p>
          <a:endParaRPr lang="en-US"/>
        </a:p>
      </dgm:t>
    </dgm:pt>
    <dgm:pt modelId="{2A11DC63-8783-4711-93D6-9FBF7917C758}">
      <dgm:prSet/>
      <dgm:spPr/>
      <dgm:t>
        <a:bodyPr/>
        <a:lstStyle/>
        <a:p>
          <a:r>
            <a:rPr lang="en-US"/>
            <a:t>Create</a:t>
          </a:r>
        </a:p>
      </dgm:t>
    </dgm:pt>
    <dgm:pt modelId="{B7A1E132-AF1A-45AA-9034-D35C7C5E8B0E}" type="parTrans" cxnId="{4A3705F6-EB7A-468B-B974-ABE0A1EF0653}">
      <dgm:prSet/>
      <dgm:spPr/>
      <dgm:t>
        <a:bodyPr/>
        <a:lstStyle/>
        <a:p>
          <a:endParaRPr lang="en-US"/>
        </a:p>
      </dgm:t>
    </dgm:pt>
    <dgm:pt modelId="{C8E21D5F-FD76-4D35-85DC-4BE3A9CC34D8}" type="sibTrans" cxnId="{4A3705F6-EB7A-468B-B974-ABE0A1EF0653}">
      <dgm:prSet/>
      <dgm:spPr/>
      <dgm:t>
        <a:bodyPr/>
        <a:lstStyle/>
        <a:p>
          <a:endParaRPr lang="en-US"/>
        </a:p>
      </dgm:t>
    </dgm:pt>
    <dgm:pt modelId="{C95B4A60-B85B-4C22-9FA9-6032D94AAA3C}">
      <dgm:prSet/>
      <dgm:spPr/>
      <dgm:t>
        <a:bodyPr/>
        <a:lstStyle/>
        <a:p>
          <a:r>
            <a:rPr lang="en-US"/>
            <a:t>Create separate details page</a:t>
          </a:r>
        </a:p>
      </dgm:t>
    </dgm:pt>
    <dgm:pt modelId="{72599BEE-DEF1-4AA0-99DD-63B548FBC3D7}" type="parTrans" cxnId="{48E84B0C-606C-4B8D-A695-FB5B2F19CB40}">
      <dgm:prSet/>
      <dgm:spPr/>
      <dgm:t>
        <a:bodyPr/>
        <a:lstStyle/>
        <a:p>
          <a:endParaRPr lang="en-US"/>
        </a:p>
      </dgm:t>
    </dgm:pt>
    <dgm:pt modelId="{F11CBC9D-3242-46DB-8147-C11EDEF780E4}" type="sibTrans" cxnId="{48E84B0C-606C-4B8D-A695-FB5B2F19CB40}">
      <dgm:prSet/>
      <dgm:spPr/>
      <dgm:t>
        <a:bodyPr/>
        <a:lstStyle/>
        <a:p>
          <a:endParaRPr lang="en-US"/>
        </a:p>
      </dgm:t>
    </dgm:pt>
    <dgm:pt modelId="{6D47504E-EA0B-4F87-89EC-903A1722F329}">
      <dgm:prSet/>
      <dgm:spPr/>
      <dgm:t>
        <a:bodyPr/>
        <a:lstStyle/>
        <a:p>
          <a:r>
            <a:rPr lang="en-US"/>
            <a:t>Collaborate and divide</a:t>
          </a:r>
        </a:p>
      </dgm:t>
    </dgm:pt>
    <dgm:pt modelId="{C8C801CF-F765-4243-9883-0EC5A98EA984}" type="parTrans" cxnId="{0139CA0E-A70B-4B64-BC09-528061E78EF3}">
      <dgm:prSet/>
      <dgm:spPr/>
      <dgm:t>
        <a:bodyPr/>
        <a:lstStyle/>
        <a:p>
          <a:endParaRPr lang="en-US"/>
        </a:p>
      </dgm:t>
    </dgm:pt>
    <dgm:pt modelId="{D7023432-D1B1-4D9E-9671-1AD3C054C7C0}" type="sibTrans" cxnId="{0139CA0E-A70B-4B64-BC09-528061E78EF3}">
      <dgm:prSet/>
      <dgm:spPr/>
      <dgm:t>
        <a:bodyPr/>
        <a:lstStyle/>
        <a:p>
          <a:endParaRPr lang="en-US"/>
        </a:p>
      </dgm:t>
    </dgm:pt>
    <dgm:pt modelId="{2845ABA5-F8CE-442F-A5AC-7AABDD304C43}">
      <dgm:prSet/>
      <dgm:spPr/>
      <dgm:t>
        <a:bodyPr/>
        <a:lstStyle/>
        <a:p>
          <a:r>
            <a:rPr lang="en-US"/>
            <a:t>Collaborate and divide tasks</a:t>
          </a:r>
        </a:p>
      </dgm:t>
    </dgm:pt>
    <dgm:pt modelId="{F995BB67-61C7-4E02-B6C8-B55E19B78DC8}" type="parTrans" cxnId="{DF6E3795-DC63-4B61-A228-CD585390F3D4}">
      <dgm:prSet/>
      <dgm:spPr/>
      <dgm:t>
        <a:bodyPr/>
        <a:lstStyle/>
        <a:p>
          <a:endParaRPr lang="en-US"/>
        </a:p>
      </dgm:t>
    </dgm:pt>
    <dgm:pt modelId="{371B6E91-8341-4933-9280-0F5577F4F91C}" type="sibTrans" cxnId="{DF6E3795-DC63-4B61-A228-CD585390F3D4}">
      <dgm:prSet/>
      <dgm:spPr/>
      <dgm:t>
        <a:bodyPr/>
        <a:lstStyle/>
        <a:p>
          <a:endParaRPr lang="en-US"/>
        </a:p>
      </dgm:t>
    </dgm:pt>
    <dgm:pt modelId="{22BC23C6-EC48-4E33-BAFD-049DE55D7E11}" type="pres">
      <dgm:prSet presAssocID="{40113042-B6BB-463C-828B-21471CA193F5}" presName="Name0" presStyleCnt="0">
        <dgm:presLayoutVars>
          <dgm:dir/>
          <dgm:animLvl val="lvl"/>
          <dgm:resizeHandles val="exact"/>
        </dgm:presLayoutVars>
      </dgm:prSet>
      <dgm:spPr/>
    </dgm:pt>
    <dgm:pt modelId="{00F871DF-EDE8-4D94-B079-9326494D1717}" type="pres">
      <dgm:prSet presAssocID="{6D47504E-EA0B-4F87-89EC-903A1722F329}" presName="boxAndChildren" presStyleCnt="0"/>
      <dgm:spPr/>
    </dgm:pt>
    <dgm:pt modelId="{F232A49A-6277-4E47-A493-46B6098A1322}" type="pres">
      <dgm:prSet presAssocID="{6D47504E-EA0B-4F87-89EC-903A1722F329}" presName="parentTextBox" presStyleLbl="alignNode1" presStyleIdx="0" presStyleCnt="5"/>
      <dgm:spPr/>
    </dgm:pt>
    <dgm:pt modelId="{0CAAC554-5DB6-41D5-B67B-B7D12E6A430C}" type="pres">
      <dgm:prSet presAssocID="{6D47504E-EA0B-4F87-89EC-903A1722F329}" presName="descendantBox" presStyleLbl="bgAccFollowNode1" presStyleIdx="0" presStyleCnt="5"/>
      <dgm:spPr/>
    </dgm:pt>
    <dgm:pt modelId="{D3C3D1DA-DA00-48B2-AF8B-21EF62E5310A}" type="pres">
      <dgm:prSet presAssocID="{C8E21D5F-FD76-4D35-85DC-4BE3A9CC34D8}" presName="sp" presStyleCnt="0"/>
      <dgm:spPr/>
    </dgm:pt>
    <dgm:pt modelId="{0FBCF13C-1ACF-4D73-9121-5BFA09AE139F}" type="pres">
      <dgm:prSet presAssocID="{2A11DC63-8783-4711-93D6-9FBF7917C758}" presName="arrowAndChildren" presStyleCnt="0"/>
      <dgm:spPr/>
    </dgm:pt>
    <dgm:pt modelId="{F855BEC8-7156-4E11-8AD2-A72C0D947544}" type="pres">
      <dgm:prSet presAssocID="{2A11DC63-8783-4711-93D6-9FBF7917C758}" presName="parentTextArrow" presStyleLbl="node1" presStyleIdx="0" presStyleCnt="0"/>
      <dgm:spPr/>
    </dgm:pt>
    <dgm:pt modelId="{58506F01-1292-441B-8F90-B853670FF2FD}" type="pres">
      <dgm:prSet presAssocID="{2A11DC63-8783-4711-93D6-9FBF7917C758}" presName="arrow" presStyleLbl="alignNode1" presStyleIdx="1" presStyleCnt="5"/>
      <dgm:spPr/>
    </dgm:pt>
    <dgm:pt modelId="{FA3F0801-5715-4335-BA6E-0013BABE6C6F}" type="pres">
      <dgm:prSet presAssocID="{2A11DC63-8783-4711-93D6-9FBF7917C758}" presName="descendantArrow" presStyleLbl="bgAccFollowNode1" presStyleIdx="1" presStyleCnt="5"/>
      <dgm:spPr/>
    </dgm:pt>
    <dgm:pt modelId="{2C99D8EB-4B44-41F6-812F-9887431D7F0F}" type="pres">
      <dgm:prSet presAssocID="{906CE828-178F-40F0-A514-8914512FD602}" presName="sp" presStyleCnt="0"/>
      <dgm:spPr/>
    </dgm:pt>
    <dgm:pt modelId="{D8CC7A47-6456-4EE2-B25F-7C6DCFD1E2E6}" type="pres">
      <dgm:prSet presAssocID="{7EC7ADD8-2EC7-4028-8ECF-30B36A3BBF05}" presName="arrowAndChildren" presStyleCnt="0"/>
      <dgm:spPr/>
    </dgm:pt>
    <dgm:pt modelId="{9646FB2D-AFE0-401D-B495-B4E298A677B6}" type="pres">
      <dgm:prSet presAssocID="{7EC7ADD8-2EC7-4028-8ECF-30B36A3BBF05}" presName="parentTextArrow" presStyleLbl="node1" presStyleIdx="0" presStyleCnt="0"/>
      <dgm:spPr/>
    </dgm:pt>
    <dgm:pt modelId="{FD029F41-8001-4B01-94ED-801F5444787C}" type="pres">
      <dgm:prSet presAssocID="{7EC7ADD8-2EC7-4028-8ECF-30B36A3BBF05}" presName="arrow" presStyleLbl="alignNode1" presStyleIdx="2" presStyleCnt="5"/>
      <dgm:spPr/>
    </dgm:pt>
    <dgm:pt modelId="{1B0DCE44-8E2C-4BC5-A941-3E6AD242C3C2}" type="pres">
      <dgm:prSet presAssocID="{7EC7ADD8-2EC7-4028-8ECF-30B36A3BBF05}" presName="descendantArrow" presStyleLbl="bgAccFollowNode1" presStyleIdx="2" presStyleCnt="5"/>
      <dgm:spPr/>
    </dgm:pt>
    <dgm:pt modelId="{DC2E8D12-FD69-41AD-AB76-30DD96430F20}" type="pres">
      <dgm:prSet presAssocID="{25B1211F-0376-44B9-B0B9-4416DAE0AD77}" presName="sp" presStyleCnt="0"/>
      <dgm:spPr/>
    </dgm:pt>
    <dgm:pt modelId="{5BF3023D-69FB-4356-9AA4-9A3F828E670B}" type="pres">
      <dgm:prSet presAssocID="{6DA93658-6465-45BC-91B5-246B867BC432}" presName="arrowAndChildren" presStyleCnt="0"/>
      <dgm:spPr/>
    </dgm:pt>
    <dgm:pt modelId="{D586C78F-5D94-495F-9586-31CB1ACF2A8E}" type="pres">
      <dgm:prSet presAssocID="{6DA93658-6465-45BC-91B5-246B867BC432}" presName="parentTextArrow" presStyleLbl="node1" presStyleIdx="0" presStyleCnt="0"/>
      <dgm:spPr/>
    </dgm:pt>
    <dgm:pt modelId="{2C794BFF-67FA-4093-8D47-2AEDCFC49B23}" type="pres">
      <dgm:prSet presAssocID="{6DA93658-6465-45BC-91B5-246B867BC432}" presName="arrow" presStyleLbl="alignNode1" presStyleIdx="3" presStyleCnt="5"/>
      <dgm:spPr/>
    </dgm:pt>
    <dgm:pt modelId="{06334CDF-FDA4-44CC-AAD6-D0F260AAF7E0}" type="pres">
      <dgm:prSet presAssocID="{6DA93658-6465-45BC-91B5-246B867BC432}" presName="descendantArrow" presStyleLbl="bgAccFollowNode1" presStyleIdx="3" presStyleCnt="5"/>
      <dgm:spPr/>
    </dgm:pt>
    <dgm:pt modelId="{FF8019BC-F923-4B56-BF9F-3077537C9DDF}" type="pres">
      <dgm:prSet presAssocID="{3CD2C2BD-CB35-47E9-A55F-6A135178B862}" presName="sp" presStyleCnt="0"/>
      <dgm:spPr/>
    </dgm:pt>
    <dgm:pt modelId="{4CDB45E1-D806-4B8E-830D-C24D041849BA}" type="pres">
      <dgm:prSet presAssocID="{909F19AF-9496-4906-86AA-1B78CF148972}" presName="arrowAndChildren" presStyleCnt="0"/>
      <dgm:spPr/>
    </dgm:pt>
    <dgm:pt modelId="{E36890A6-6B89-450B-9E34-C01292727E26}" type="pres">
      <dgm:prSet presAssocID="{909F19AF-9496-4906-86AA-1B78CF148972}" presName="parentTextArrow" presStyleLbl="node1" presStyleIdx="0" presStyleCnt="0"/>
      <dgm:spPr/>
    </dgm:pt>
    <dgm:pt modelId="{20345ED4-8923-4B44-99E9-B299A556175C}" type="pres">
      <dgm:prSet presAssocID="{909F19AF-9496-4906-86AA-1B78CF148972}" presName="arrow" presStyleLbl="alignNode1" presStyleIdx="4" presStyleCnt="5"/>
      <dgm:spPr/>
    </dgm:pt>
    <dgm:pt modelId="{037CCAA3-675F-44EE-8F78-3B511D85E1B9}" type="pres">
      <dgm:prSet presAssocID="{909F19AF-9496-4906-86AA-1B78CF148972}" presName="descendantArrow" presStyleLbl="bgAccFollowNode1" presStyleIdx="4" presStyleCnt="5"/>
      <dgm:spPr/>
    </dgm:pt>
  </dgm:ptLst>
  <dgm:cxnLst>
    <dgm:cxn modelId="{D4F9D603-2703-407E-9EB5-46254BB95BEB}" srcId="{6DA93658-6465-45BC-91B5-246B867BC432}" destId="{C73CAA66-1C35-4E35-A6BC-B9BBC7FBD327}" srcOrd="0" destOrd="0" parTransId="{DB15AF64-4E69-42DA-A332-E8ED05DA77E1}" sibTransId="{53C55CD8-2D04-49A9-91CD-B109D11F17F9}"/>
    <dgm:cxn modelId="{48E84B0C-606C-4B8D-A695-FB5B2F19CB40}" srcId="{2A11DC63-8783-4711-93D6-9FBF7917C758}" destId="{C95B4A60-B85B-4C22-9FA9-6032D94AAA3C}" srcOrd="0" destOrd="0" parTransId="{72599BEE-DEF1-4AA0-99DD-63B548FBC3D7}" sibTransId="{F11CBC9D-3242-46DB-8147-C11EDEF780E4}"/>
    <dgm:cxn modelId="{0139CA0E-A70B-4B64-BC09-528061E78EF3}" srcId="{40113042-B6BB-463C-828B-21471CA193F5}" destId="{6D47504E-EA0B-4F87-89EC-903A1722F329}" srcOrd="4" destOrd="0" parTransId="{C8C801CF-F765-4243-9883-0EC5A98EA984}" sibTransId="{D7023432-D1B1-4D9E-9671-1AD3C054C7C0}"/>
    <dgm:cxn modelId="{48A9A119-190F-4CF8-AE41-FEC9A53E35CC}" srcId="{40113042-B6BB-463C-828B-21471CA193F5}" destId="{7EC7ADD8-2EC7-4028-8ECF-30B36A3BBF05}" srcOrd="2" destOrd="0" parTransId="{B9AC35F5-344D-4EDA-8ABA-362B27771CE6}" sibTransId="{906CE828-178F-40F0-A514-8914512FD602}"/>
    <dgm:cxn modelId="{6A89EE1A-CA87-40F6-BBA3-96A8780A6048}" type="presOf" srcId="{C95B4A60-B85B-4C22-9FA9-6032D94AAA3C}" destId="{FA3F0801-5715-4335-BA6E-0013BABE6C6F}" srcOrd="0" destOrd="0" presId="urn:microsoft.com/office/officeart/2016/7/layout/VerticalDownArrowProcess"/>
    <dgm:cxn modelId="{0EF06A22-811D-4881-A0FF-2935F175BBE8}" type="presOf" srcId="{C73CAA66-1C35-4E35-A6BC-B9BBC7FBD327}" destId="{06334CDF-FDA4-44CC-AAD6-D0F260AAF7E0}" srcOrd="0" destOrd="0" presId="urn:microsoft.com/office/officeart/2016/7/layout/VerticalDownArrowProcess"/>
    <dgm:cxn modelId="{FC327E3A-E8C0-49F2-9DDA-5A3F3D5360A4}" type="presOf" srcId="{F74604B1-49E2-4D81-B406-6F5903D9D05B}" destId="{1B0DCE44-8E2C-4BC5-A941-3E6AD242C3C2}" srcOrd="0" destOrd="0" presId="urn:microsoft.com/office/officeart/2016/7/layout/VerticalDownArrowProcess"/>
    <dgm:cxn modelId="{F0B72563-3B9E-407A-9170-8A4EDE5AEFB0}" type="presOf" srcId="{F143759E-A4F1-4A3B-A508-36E3CC500026}" destId="{037CCAA3-675F-44EE-8F78-3B511D85E1B9}" srcOrd="0" destOrd="0" presId="urn:microsoft.com/office/officeart/2016/7/layout/VerticalDownArrowProcess"/>
    <dgm:cxn modelId="{3650D668-FBBA-4DE8-A403-A25B85274D70}" type="presOf" srcId="{2A11DC63-8783-4711-93D6-9FBF7917C758}" destId="{F855BEC8-7156-4E11-8AD2-A72C0D947544}" srcOrd="0" destOrd="0" presId="urn:microsoft.com/office/officeart/2016/7/layout/VerticalDownArrowProcess"/>
    <dgm:cxn modelId="{BEAAA050-20D6-42D2-B656-D95C3EC36DCB}" srcId="{40113042-B6BB-463C-828B-21471CA193F5}" destId="{909F19AF-9496-4906-86AA-1B78CF148972}" srcOrd="0" destOrd="0" parTransId="{B35A8320-48CB-4020-97F3-5D50670A63CA}" sibTransId="{3CD2C2BD-CB35-47E9-A55F-6A135178B862}"/>
    <dgm:cxn modelId="{0636E155-2766-43D0-B7CA-0A11DB34E820}" type="presOf" srcId="{2845ABA5-F8CE-442F-A5AC-7AABDD304C43}" destId="{0CAAC554-5DB6-41D5-B67B-B7D12E6A430C}" srcOrd="0" destOrd="0" presId="urn:microsoft.com/office/officeart/2016/7/layout/VerticalDownArrowProcess"/>
    <dgm:cxn modelId="{278F397D-D290-4092-ADAD-E4B5AE914AF0}" type="presOf" srcId="{2A11DC63-8783-4711-93D6-9FBF7917C758}" destId="{58506F01-1292-441B-8F90-B853670FF2FD}" srcOrd="1" destOrd="0" presId="urn:microsoft.com/office/officeart/2016/7/layout/VerticalDownArrowProcess"/>
    <dgm:cxn modelId="{92A2167E-A335-4100-A403-F1C122C48E0E}" type="presOf" srcId="{6D47504E-EA0B-4F87-89EC-903A1722F329}" destId="{F232A49A-6277-4E47-A493-46B6098A1322}" srcOrd="0" destOrd="0" presId="urn:microsoft.com/office/officeart/2016/7/layout/VerticalDownArrowProcess"/>
    <dgm:cxn modelId="{DF6E3795-DC63-4B61-A228-CD585390F3D4}" srcId="{6D47504E-EA0B-4F87-89EC-903A1722F329}" destId="{2845ABA5-F8CE-442F-A5AC-7AABDD304C43}" srcOrd="0" destOrd="0" parTransId="{F995BB67-61C7-4E02-B6C8-B55E19B78DC8}" sibTransId="{371B6E91-8341-4933-9280-0F5577F4F91C}"/>
    <dgm:cxn modelId="{8C703299-8BB5-488C-8E25-34C9D6288B82}" type="presOf" srcId="{6DA93658-6465-45BC-91B5-246B867BC432}" destId="{2C794BFF-67FA-4093-8D47-2AEDCFC49B23}" srcOrd="1" destOrd="0" presId="urn:microsoft.com/office/officeart/2016/7/layout/VerticalDownArrowProcess"/>
    <dgm:cxn modelId="{B34B899B-C7CE-4DDB-983F-135F13C1190A}" type="presOf" srcId="{40113042-B6BB-463C-828B-21471CA193F5}" destId="{22BC23C6-EC48-4E33-BAFD-049DE55D7E11}" srcOrd="0" destOrd="0" presId="urn:microsoft.com/office/officeart/2016/7/layout/VerticalDownArrowProcess"/>
    <dgm:cxn modelId="{8F9DEAC3-473C-4B79-B461-45581956DC55}" type="presOf" srcId="{6DA93658-6465-45BC-91B5-246B867BC432}" destId="{D586C78F-5D94-495F-9586-31CB1ACF2A8E}" srcOrd="0" destOrd="0" presId="urn:microsoft.com/office/officeart/2016/7/layout/VerticalDownArrowProcess"/>
    <dgm:cxn modelId="{58DFD6C7-8A95-4FA6-905B-5B90AF65FA0D}" srcId="{40113042-B6BB-463C-828B-21471CA193F5}" destId="{6DA93658-6465-45BC-91B5-246B867BC432}" srcOrd="1" destOrd="0" parTransId="{B37DE9C0-23D5-423E-ACC1-6CA827BAEF7B}" sibTransId="{25B1211F-0376-44B9-B0B9-4416DAE0AD77}"/>
    <dgm:cxn modelId="{C59C2ED0-9511-4942-B2AD-FE7E9D8998AA}" srcId="{7EC7ADD8-2EC7-4028-8ECF-30B36A3BBF05}" destId="{F74604B1-49E2-4D81-B406-6F5903D9D05B}" srcOrd="0" destOrd="0" parTransId="{4D7DF6F6-0F2C-4233-8E34-50BF026DF49C}" sibTransId="{23F29D22-557B-40E1-82D6-EC9A68F35B33}"/>
    <dgm:cxn modelId="{640163D3-64BC-42B5-A34A-1DFB0B892659}" type="presOf" srcId="{7EC7ADD8-2EC7-4028-8ECF-30B36A3BBF05}" destId="{FD029F41-8001-4B01-94ED-801F5444787C}" srcOrd="1" destOrd="0" presId="urn:microsoft.com/office/officeart/2016/7/layout/VerticalDownArrowProcess"/>
    <dgm:cxn modelId="{38FB8DE1-DACA-47EB-869B-9F9A46FE4F7B}" srcId="{909F19AF-9496-4906-86AA-1B78CF148972}" destId="{F143759E-A4F1-4A3B-A508-36E3CC500026}" srcOrd="0" destOrd="0" parTransId="{D3FC09AD-56F1-442F-B671-69E58BDAE041}" sibTransId="{8551D32D-4F8C-4F0A-8B28-21F0D364D035}"/>
    <dgm:cxn modelId="{306CE2E6-0696-4847-9974-F2F66A1E3103}" type="presOf" srcId="{909F19AF-9496-4906-86AA-1B78CF148972}" destId="{E36890A6-6B89-450B-9E34-C01292727E26}" srcOrd="0" destOrd="0" presId="urn:microsoft.com/office/officeart/2016/7/layout/VerticalDownArrowProcess"/>
    <dgm:cxn modelId="{CD4EB2E7-BD69-4D4E-A92A-7B91AFA1370F}" type="presOf" srcId="{7EC7ADD8-2EC7-4028-8ECF-30B36A3BBF05}" destId="{9646FB2D-AFE0-401D-B495-B4E298A677B6}" srcOrd="0" destOrd="0" presId="urn:microsoft.com/office/officeart/2016/7/layout/VerticalDownArrowProcess"/>
    <dgm:cxn modelId="{88EEC9EF-781A-4C5B-B109-007D4733C2AD}" type="presOf" srcId="{909F19AF-9496-4906-86AA-1B78CF148972}" destId="{20345ED4-8923-4B44-99E9-B299A556175C}" srcOrd="1" destOrd="0" presId="urn:microsoft.com/office/officeart/2016/7/layout/VerticalDownArrowProcess"/>
    <dgm:cxn modelId="{4A3705F6-EB7A-468B-B974-ABE0A1EF0653}" srcId="{40113042-B6BB-463C-828B-21471CA193F5}" destId="{2A11DC63-8783-4711-93D6-9FBF7917C758}" srcOrd="3" destOrd="0" parTransId="{B7A1E132-AF1A-45AA-9034-D35C7C5E8B0E}" sibTransId="{C8E21D5F-FD76-4D35-85DC-4BE3A9CC34D8}"/>
    <dgm:cxn modelId="{454A121A-13F6-417C-A98B-87F6B7ED5C2C}" type="presParOf" srcId="{22BC23C6-EC48-4E33-BAFD-049DE55D7E11}" destId="{00F871DF-EDE8-4D94-B079-9326494D1717}" srcOrd="0" destOrd="0" presId="urn:microsoft.com/office/officeart/2016/7/layout/VerticalDownArrowProcess"/>
    <dgm:cxn modelId="{09338454-E8A6-4794-969A-24537C83D6A3}" type="presParOf" srcId="{00F871DF-EDE8-4D94-B079-9326494D1717}" destId="{F232A49A-6277-4E47-A493-46B6098A1322}" srcOrd="0" destOrd="0" presId="urn:microsoft.com/office/officeart/2016/7/layout/VerticalDownArrowProcess"/>
    <dgm:cxn modelId="{24B98024-4594-4032-8DD8-E4D2B2C4CD6E}" type="presParOf" srcId="{00F871DF-EDE8-4D94-B079-9326494D1717}" destId="{0CAAC554-5DB6-41D5-B67B-B7D12E6A430C}" srcOrd="1" destOrd="0" presId="urn:microsoft.com/office/officeart/2016/7/layout/VerticalDownArrowProcess"/>
    <dgm:cxn modelId="{CC521168-46F4-444E-BAFC-48CFC841D66B}" type="presParOf" srcId="{22BC23C6-EC48-4E33-BAFD-049DE55D7E11}" destId="{D3C3D1DA-DA00-48B2-AF8B-21EF62E5310A}" srcOrd="1" destOrd="0" presId="urn:microsoft.com/office/officeart/2016/7/layout/VerticalDownArrowProcess"/>
    <dgm:cxn modelId="{90C0097D-BAD8-4879-893A-F02BD8390D5F}" type="presParOf" srcId="{22BC23C6-EC48-4E33-BAFD-049DE55D7E11}" destId="{0FBCF13C-1ACF-4D73-9121-5BFA09AE139F}" srcOrd="2" destOrd="0" presId="urn:microsoft.com/office/officeart/2016/7/layout/VerticalDownArrowProcess"/>
    <dgm:cxn modelId="{EC4B32F3-71C5-4EBE-B750-AAC43D718803}" type="presParOf" srcId="{0FBCF13C-1ACF-4D73-9121-5BFA09AE139F}" destId="{F855BEC8-7156-4E11-8AD2-A72C0D947544}" srcOrd="0" destOrd="0" presId="urn:microsoft.com/office/officeart/2016/7/layout/VerticalDownArrowProcess"/>
    <dgm:cxn modelId="{5CCEEEBA-6CEF-4C35-84D7-1136207B4B21}" type="presParOf" srcId="{0FBCF13C-1ACF-4D73-9121-5BFA09AE139F}" destId="{58506F01-1292-441B-8F90-B853670FF2FD}" srcOrd="1" destOrd="0" presId="urn:microsoft.com/office/officeart/2016/7/layout/VerticalDownArrowProcess"/>
    <dgm:cxn modelId="{07C955BB-BD76-427B-8EB4-284E82108291}" type="presParOf" srcId="{0FBCF13C-1ACF-4D73-9121-5BFA09AE139F}" destId="{FA3F0801-5715-4335-BA6E-0013BABE6C6F}" srcOrd="2" destOrd="0" presId="urn:microsoft.com/office/officeart/2016/7/layout/VerticalDownArrowProcess"/>
    <dgm:cxn modelId="{10C1A358-0361-452F-B6FD-C4434EBE4691}" type="presParOf" srcId="{22BC23C6-EC48-4E33-BAFD-049DE55D7E11}" destId="{2C99D8EB-4B44-41F6-812F-9887431D7F0F}" srcOrd="3" destOrd="0" presId="urn:microsoft.com/office/officeart/2016/7/layout/VerticalDownArrowProcess"/>
    <dgm:cxn modelId="{B3F1B839-87CB-4C02-BE4C-87F855B0C1AC}" type="presParOf" srcId="{22BC23C6-EC48-4E33-BAFD-049DE55D7E11}" destId="{D8CC7A47-6456-4EE2-B25F-7C6DCFD1E2E6}" srcOrd="4" destOrd="0" presId="urn:microsoft.com/office/officeart/2016/7/layout/VerticalDownArrowProcess"/>
    <dgm:cxn modelId="{327D9507-BED7-4A3E-A61D-66DCF6A01815}" type="presParOf" srcId="{D8CC7A47-6456-4EE2-B25F-7C6DCFD1E2E6}" destId="{9646FB2D-AFE0-401D-B495-B4E298A677B6}" srcOrd="0" destOrd="0" presId="urn:microsoft.com/office/officeart/2016/7/layout/VerticalDownArrowProcess"/>
    <dgm:cxn modelId="{81C3060B-6119-4E7E-92EE-0300CDB7F7B4}" type="presParOf" srcId="{D8CC7A47-6456-4EE2-B25F-7C6DCFD1E2E6}" destId="{FD029F41-8001-4B01-94ED-801F5444787C}" srcOrd="1" destOrd="0" presId="urn:microsoft.com/office/officeart/2016/7/layout/VerticalDownArrowProcess"/>
    <dgm:cxn modelId="{A89A6289-161C-4BB8-AE4D-9F30E33B4EDB}" type="presParOf" srcId="{D8CC7A47-6456-4EE2-B25F-7C6DCFD1E2E6}" destId="{1B0DCE44-8E2C-4BC5-A941-3E6AD242C3C2}" srcOrd="2" destOrd="0" presId="urn:microsoft.com/office/officeart/2016/7/layout/VerticalDownArrowProcess"/>
    <dgm:cxn modelId="{34AF0BB6-5308-43AE-BEB9-FEF334E0C59C}" type="presParOf" srcId="{22BC23C6-EC48-4E33-BAFD-049DE55D7E11}" destId="{DC2E8D12-FD69-41AD-AB76-30DD96430F20}" srcOrd="5" destOrd="0" presId="urn:microsoft.com/office/officeart/2016/7/layout/VerticalDownArrowProcess"/>
    <dgm:cxn modelId="{A88AA67C-FA13-40A6-81D4-72C42C8FC77F}" type="presParOf" srcId="{22BC23C6-EC48-4E33-BAFD-049DE55D7E11}" destId="{5BF3023D-69FB-4356-9AA4-9A3F828E670B}" srcOrd="6" destOrd="0" presId="urn:microsoft.com/office/officeart/2016/7/layout/VerticalDownArrowProcess"/>
    <dgm:cxn modelId="{8C0BEE99-FE05-44D3-8D54-CA361EA311EE}" type="presParOf" srcId="{5BF3023D-69FB-4356-9AA4-9A3F828E670B}" destId="{D586C78F-5D94-495F-9586-31CB1ACF2A8E}" srcOrd="0" destOrd="0" presId="urn:microsoft.com/office/officeart/2016/7/layout/VerticalDownArrowProcess"/>
    <dgm:cxn modelId="{B742D1AB-508B-4F3F-BB9F-EB3B1951AE28}" type="presParOf" srcId="{5BF3023D-69FB-4356-9AA4-9A3F828E670B}" destId="{2C794BFF-67FA-4093-8D47-2AEDCFC49B23}" srcOrd="1" destOrd="0" presId="urn:microsoft.com/office/officeart/2016/7/layout/VerticalDownArrowProcess"/>
    <dgm:cxn modelId="{1DFA3193-1660-4AD3-9B45-896D87291015}" type="presParOf" srcId="{5BF3023D-69FB-4356-9AA4-9A3F828E670B}" destId="{06334CDF-FDA4-44CC-AAD6-D0F260AAF7E0}" srcOrd="2" destOrd="0" presId="urn:microsoft.com/office/officeart/2016/7/layout/VerticalDownArrowProcess"/>
    <dgm:cxn modelId="{631319B9-10C4-4581-8110-42C6420EFA34}" type="presParOf" srcId="{22BC23C6-EC48-4E33-BAFD-049DE55D7E11}" destId="{FF8019BC-F923-4B56-BF9F-3077537C9DDF}" srcOrd="7" destOrd="0" presId="urn:microsoft.com/office/officeart/2016/7/layout/VerticalDownArrowProcess"/>
    <dgm:cxn modelId="{4C98EA2A-271F-479D-B219-93B7F57BC3CF}" type="presParOf" srcId="{22BC23C6-EC48-4E33-BAFD-049DE55D7E11}" destId="{4CDB45E1-D806-4B8E-830D-C24D041849BA}" srcOrd="8" destOrd="0" presId="urn:microsoft.com/office/officeart/2016/7/layout/VerticalDownArrowProcess"/>
    <dgm:cxn modelId="{6A4F22B1-06BA-4FBB-8129-41D14A2F369B}" type="presParOf" srcId="{4CDB45E1-D806-4B8E-830D-C24D041849BA}" destId="{E36890A6-6B89-450B-9E34-C01292727E26}" srcOrd="0" destOrd="0" presId="urn:microsoft.com/office/officeart/2016/7/layout/VerticalDownArrowProcess"/>
    <dgm:cxn modelId="{B544CD28-9615-4F1D-A74B-F71205E5C902}" type="presParOf" srcId="{4CDB45E1-D806-4B8E-830D-C24D041849BA}" destId="{20345ED4-8923-4B44-99E9-B299A556175C}" srcOrd="1" destOrd="0" presId="urn:microsoft.com/office/officeart/2016/7/layout/VerticalDownArrowProcess"/>
    <dgm:cxn modelId="{0355868E-BF82-4F5A-B17E-8022F52C3CFB}" type="presParOf" srcId="{4CDB45E1-D806-4B8E-830D-C24D041849BA}" destId="{037CCAA3-675F-44EE-8F78-3B511D85E1B9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A4AA2C-AC96-4E2B-B803-450A804520A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451CA0F-B6CC-48F6-ABB1-A75C8E65D406}">
      <dgm:prSet/>
      <dgm:spPr/>
      <dgm:t>
        <a:bodyPr/>
        <a:lstStyle/>
        <a:p>
          <a:r>
            <a:rPr lang="en-US"/>
            <a:t>index.html – Search UI + results grid</a:t>
          </a:r>
        </a:p>
      </dgm:t>
    </dgm:pt>
    <dgm:pt modelId="{29E3600C-7547-4936-A33E-E469D474911F}" type="parTrans" cxnId="{273232A9-F00D-4169-89B1-C6D886F31851}">
      <dgm:prSet/>
      <dgm:spPr/>
      <dgm:t>
        <a:bodyPr/>
        <a:lstStyle/>
        <a:p>
          <a:endParaRPr lang="en-US"/>
        </a:p>
      </dgm:t>
    </dgm:pt>
    <dgm:pt modelId="{29848EAD-BC25-4E0A-82B8-57D2E8244FF2}" type="sibTrans" cxnId="{273232A9-F00D-4169-89B1-C6D886F31851}">
      <dgm:prSet/>
      <dgm:spPr/>
      <dgm:t>
        <a:bodyPr/>
        <a:lstStyle/>
        <a:p>
          <a:endParaRPr lang="en-US"/>
        </a:p>
      </dgm:t>
    </dgm:pt>
    <dgm:pt modelId="{C5C94912-E6B5-45F8-BA3F-ABC02991E953}">
      <dgm:prSet/>
      <dgm:spPr/>
      <dgm:t>
        <a:bodyPr/>
        <a:lstStyle/>
        <a:p>
          <a:r>
            <a:rPr lang="en-US"/>
            <a:t>main.js – API calls + dynamic rendering</a:t>
          </a:r>
        </a:p>
      </dgm:t>
    </dgm:pt>
    <dgm:pt modelId="{5375FAE0-2659-45FA-A5AF-55DFC61FD648}" type="parTrans" cxnId="{0FD5EA15-45F5-48CA-ABC3-BE48CCBCA524}">
      <dgm:prSet/>
      <dgm:spPr/>
      <dgm:t>
        <a:bodyPr/>
        <a:lstStyle/>
        <a:p>
          <a:endParaRPr lang="en-US"/>
        </a:p>
      </dgm:t>
    </dgm:pt>
    <dgm:pt modelId="{E403B439-EBCD-4C90-A83F-1C22CF91341A}" type="sibTrans" cxnId="{0FD5EA15-45F5-48CA-ABC3-BE48CCBCA524}">
      <dgm:prSet/>
      <dgm:spPr/>
      <dgm:t>
        <a:bodyPr/>
        <a:lstStyle/>
        <a:p>
          <a:endParaRPr lang="en-US"/>
        </a:p>
      </dgm:t>
    </dgm:pt>
    <dgm:pt modelId="{64CC25DA-920F-4171-839E-60ADABD82B55}">
      <dgm:prSet/>
      <dgm:spPr/>
      <dgm:t>
        <a:bodyPr/>
        <a:lstStyle/>
        <a:p>
          <a:r>
            <a:rPr lang="en-US"/>
            <a:t>details.html – Loads show details via ID</a:t>
          </a:r>
        </a:p>
      </dgm:t>
    </dgm:pt>
    <dgm:pt modelId="{C015B5D6-7A28-42D2-B424-AACC1B636674}" type="parTrans" cxnId="{261F8876-AD3B-42FF-9BE1-74E7DFCB86AF}">
      <dgm:prSet/>
      <dgm:spPr/>
      <dgm:t>
        <a:bodyPr/>
        <a:lstStyle/>
        <a:p>
          <a:endParaRPr lang="en-US"/>
        </a:p>
      </dgm:t>
    </dgm:pt>
    <dgm:pt modelId="{474D391B-29E6-4D43-A277-C2E752462BA4}" type="sibTrans" cxnId="{261F8876-AD3B-42FF-9BE1-74E7DFCB86AF}">
      <dgm:prSet/>
      <dgm:spPr/>
      <dgm:t>
        <a:bodyPr/>
        <a:lstStyle/>
        <a:p>
          <a:endParaRPr lang="en-US"/>
        </a:p>
      </dgm:t>
    </dgm:pt>
    <dgm:pt modelId="{C813F1A2-D07D-43F2-ABCD-080BE1D0EF30}" type="pres">
      <dgm:prSet presAssocID="{30A4AA2C-AC96-4E2B-B803-450A804520A9}" presName="linear" presStyleCnt="0">
        <dgm:presLayoutVars>
          <dgm:animLvl val="lvl"/>
          <dgm:resizeHandles val="exact"/>
        </dgm:presLayoutVars>
      </dgm:prSet>
      <dgm:spPr/>
    </dgm:pt>
    <dgm:pt modelId="{ACD44A37-34E4-4790-9999-B201D2B27B5F}" type="pres">
      <dgm:prSet presAssocID="{8451CA0F-B6CC-48F6-ABB1-A75C8E65D40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3E8160D-9439-40DF-AE27-1B18F1E1C154}" type="pres">
      <dgm:prSet presAssocID="{29848EAD-BC25-4E0A-82B8-57D2E8244FF2}" presName="spacer" presStyleCnt="0"/>
      <dgm:spPr/>
    </dgm:pt>
    <dgm:pt modelId="{D051D624-F4D3-444D-B4DE-2487CB8E4599}" type="pres">
      <dgm:prSet presAssocID="{C5C94912-E6B5-45F8-BA3F-ABC02991E95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9C458C8-9A08-42DD-BD28-BEDB5E2688B6}" type="pres">
      <dgm:prSet presAssocID="{E403B439-EBCD-4C90-A83F-1C22CF91341A}" presName="spacer" presStyleCnt="0"/>
      <dgm:spPr/>
    </dgm:pt>
    <dgm:pt modelId="{DA5379FA-B9D5-4A13-95C4-359284C1D48C}" type="pres">
      <dgm:prSet presAssocID="{64CC25DA-920F-4171-839E-60ADABD82B5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FD5EA15-45F5-48CA-ABC3-BE48CCBCA524}" srcId="{30A4AA2C-AC96-4E2B-B803-450A804520A9}" destId="{C5C94912-E6B5-45F8-BA3F-ABC02991E953}" srcOrd="1" destOrd="0" parTransId="{5375FAE0-2659-45FA-A5AF-55DFC61FD648}" sibTransId="{E403B439-EBCD-4C90-A83F-1C22CF91341A}"/>
    <dgm:cxn modelId="{B2975A4F-B0B5-48FF-8A1B-767FED814347}" type="presOf" srcId="{30A4AA2C-AC96-4E2B-B803-450A804520A9}" destId="{C813F1A2-D07D-43F2-ABCD-080BE1D0EF30}" srcOrd="0" destOrd="0" presId="urn:microsoft.com/office/officeart/2005/8/layout/vList2"/>
    <dgm:cxn modelId="{261F8876-AD3B-42FF-9BE1-74E7DFCB86AF}" srcId="{30A4AA2C-AC96-4E2B-B803-450A804520A9}" destId="{64CC25DA-920F-4171-839E-60ADABD82B55}" srcOrd="2" destOrd="0" parTransId="{C015B5D6-7A28-42D2-B424-AACC1B636674}" sibTransId="{474D391B-29E6-4D43-A277-C2E752462BA4}"/>
    <dgm:cxn modelId="{E27AE7A8-0361-4187-91E0-302112FB5CA6}" type="presOf" srcId="{C5C94912-E6B5-45F8-BA3F-ABC02991E953}" destId="{D051D624-F4D3-444D-B4DE-2487CB8E4599}" srcOrd="0" destOrd="0" presId="urn:microsoft.com/office/officeart/2005/8/layout/vList2"/>
    <dgm:cxn modelId="{273232A9-F00D-4169-89B1-C6D886F31851}" srcId="{30A4AA2C-AC96-4E2B-B803-450A804520A9}" destId="{8451CA0F-B6CC-48F6-ABB1-A75C8E65D406}" srcOrd="0" destOrd="0" parTransId="{29E3600C-7547-4936-A33E-E469D474911F}" sibTransId="{29848EAD-BC25-4E0A-82B8-57D2E8244FF2}"/>
    <dgm:cxn modelId="{445A24DF-E175-4E6C-A2B0-CE0505252FF4}" type="presOf" srcId="{8451CA0F-B6CC-48F6-ABB1-A75C8E65D406}" destId="{ACD44A37-34E4-4790-9999-B201D2B27B5F}" srcOrd="0" destOrd="0" presId="urn:microsoft.com/office/officeart/2005/8/layout/vList2"/>
    <dgm:cxn modelId="{209456F4-EA4A-4519-BA21-93F528DE3B66}" type="presOf" srcId="{64CC25DA-920F-4171-839E-60ADABD82B55}" destId="{DA5379FA-B9D5-4A13-95C4-359284C1D48C}" srcOrd="0" destOrd="0" presId="urn:microsoft.com/office/officeart/2005/8/layout/vList2"/>
    <dgm:cxn modelId="{88041A80-1956-44FC-A49B-08DCAAEB6B35}" type="presParOf" srcId="{C813F1A2-D07D-43F2-ABCD-080BE1D0EF30}" destId="{ACD44A37-34E4-4790-9999-B201D2B27B5F}" srcOrd="0" destOrd="0" presId="urn:microsoft.com/office/officeart/2005/8/layout/vList2"/>
    <dgm:cxn modelId="{3158ED83-F7AF-4B1E-9390-A971CF89374C}" type="presParOf" srcId="{C813F1A2-D07D-43F2-ABCD-080BE1D0EF30}" destId="{B3E8160D-9439-40DF-AE27-1B18F1E1C154}" srcOrd="1" destOrd="0" presId="urn:microsoft.com/office/officeart/2005/8/layout/vList2"/>
    <dgm:cxn modelId="{11482A7E-C990-4F6A-93A7-32CB8579F7CB}" type="presParOf" srcId="{C813F1A2-D07D-43F2-ABCD-080BE1D0EF30}" destId="{D051D624-F4D3-444D-B4DE-2487CB8E4599}" srcOrd="2" destOrd="0" presId="urn:microsoft.com/office/officeart/2005/8/layout/vList2"/>
    <dgm:cxn modelId="{3B100A5A-7101-40C7-A334-4FA93E9D87D3}" type="presParOf" srcId="{C813F1A2-D07D-43F2-ABCD-080BE1D0EF30}" destId="{29C458C8-9A08-42DD-BD28-BEDB5E2688B6}" srcOrd="3" destOrd="0" presId="urn:microsoft.com/office/officeart/2005/8/layout/vList2"/>
    <dgm:cxn modelId="{84592030-72ED-4077-B5CF-F22651EDA17A}" type="presParOf" srcId="{C813F1A2-D07D-43F2-ABCD-080BE1D0EF30}" destId="{DA5379FA-B9D5-4A13-95C4-359284C1D48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C4C761-08E1-4EFE-8504-D66FBFDCDC7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DE968CD-6B4D-4ADB-82F8-88DCBCF04D61}">
      <dgm:prSet/>
      <dgm:spPr/>
      <dgm:t>
        <a:bodyPr/>
        <a:lstStyle/>
        <a:p>
          <a:r>
            <a:rPr lang="en-US"/>
            <a:t>Luke – index.html + CSS</a:t>
          </a:r>
        </a:p>
      </dgm:t>
    </dgm:pt>
    <dgm:pt modelId="{4A9053E0-902C-4232-BE51-818213BC6621}" type="parTrans" cxnId="{959FFCF7-B630-4339-A432-1762994A250D}">
      <dgm:prSet/>
      <dgm:spPr/>
      <dgm:t>
        <a:bodyPr/>
        <a:lstStyle/>
        <a:p>
          <a:endParaRPr lang="en-US"/>
        </a:p>
      </dgm:t>
    </dgm:pt>
    <dgm:pt modelId="{C2F8AAF6-4C85-4681-8B4E-7E324DC7616E}" type="sibTrans" cxnId="{959FFCF7-B630-4339-A432-1762994A250D}">
      <dgm:prSet/>
      <dgm:spPr/>
      <dgm:t>
        <a:bodyPr/>
        <a:lstStyle/>
        <a:p>
          <a:endParaRPr lang="en-US"/>
        </a:p>
      </dgm:t>
    </dgm:pt>
    <dgm:pt modelId="{D2475208-B2DA-4764-AD10-F132F251BD5D}">
      <dgm:prSet/>
      <dgm:spPr/>
      <dgm:t>
        <a:bodyPr/>
        <a:lstStyle/>
        <a:p>
          <a:r>
            <a:rPr lang="en-US"/>
            <a:t>Morgan – main.js</a:t>
          </a:r>
        </a:p>
      </dgm:t>
    </dgm:pt>
    <dgm:pt modelId="{8B76856E-B16D-4C9E-BD47-D6298D977723}" type="parTrans" cxnId="{615AC889-52DE-4C6B-A969-E621D4B81D09}">
      <dgm:prSet/>
      <dgm:spPr/>
      <dgm:t>
        <a:bodyPr/>
        <a:lstStyle/>
        <a:p>
          <a:endParaRPr lang="en-US"/>
        </a:p>
      </dgm:t>
    </dgm:pt>
    <dgm:pt modelId="{8A1250C9-DBC0-4B67-ACAD-A4532A3B6076}" type="sibTrans" cxnId="{615AC889-52DE-4C6B-A969-E621D4B81D09}">
      <dgm:prSet/>
      <dgm:spPr/>
      <dgm:t>
        <a:bodyPr/>
        <a:lstStyle/>
        <a:p>
          <a:endParaRPr lang="en-US"/>
        </a:p>
      </dgm:t>
    </dgm:pt>
    <dgm:pt modelId="{B1674942-9338-4007-8DD7-B7F80EB766CA}">
      <dgm:prSet/>
      <dgm:spPr/>
      <dgm:t>
        <a:bodyPr/>
        <a:lstStyle/>
        <a:p>
          <a:r>
            <a:rPr lang="en-US"/>
            <a:t>Trey – details.html</a:t>
          </a:r>
        </a:p>
      </dgm:t>
    </dgm:pt>
    <dgm:pt modelId="{318191A9-0819-4CCC-A417-DFE13040F104}" type="parTrans" cxnId="{D5D7ECFC-15A1-488C-8C50-EBEDB3B7D1AD}">
      <dgm:prSet/>
      <dgm:spPr/>
      <dgm:t>
        <a:bodyPr/>
        <a:lstStyle/>
        <a:p>
          <a:endParaRPr lang="en-US"/>
        </a:p>
      </dgm:t>
    </dgm:pt>
    <dgm:pt modelId="{54A1334E-37BC-43B6-A01F-DB2CDF5D8BE2}" type="sibTrans" cxnId="{D5D7ECFC-15A1-488C-8C50-EBEDB3B7D1AD}">
      <dgm:prSet/>
      <dgm:spPr/>
      <dgm:t>
        <a:bodyPr/>
        <a:lstStyle/>
        <a:p>
          <a:endParaRPr lang="en-US"/>
        </a:p>
      </dgm:t>
    </dgm:pt>
    <dgm:pt modelId="{499520F0-1C21-432B-B507-99D834D3781B}" type="pres">
      <dgm:prSet presAssocID="{22C4C761-08E1-4EFE-8504-D66FBFDCDC75}" presName="vert0" presStyleCnt="0">
        <dgm:presLayoutVars>
          <dgm:dir/>
          <dgm:animOne val="branch"/>
          <dgm:animLvl val="lvl"/>
        </dgm:presLayoutVars>
      </dgm:prSet>
      <dgm:spPr/>
    </dgm:pt>
    <dgm:pt modelId="{D83A256F-7691-4D1E-9984-A03768360736}" type="pres">
      <dgm:prSet presAssocID="{7DE968CD-6B4D-4ADB-82F8-88DCBCF04D61}" presName="thickLine" presStyleLbl="alignNode1" presStyleIdx="0" presStyleCnt="3"/>
      <dgm:spPr/>
    </dgm:pt>
    <dgm:pt modelId="{46C3D223-03AB-418F-92BF-0C531765CBD3}" type="pres">
      <dgm:prSet presAssocID="{7DE968CD-6B4D-4ADB-82F8-88DCBCF04D61}" presName="horz1" presStyleCnt="0"/>
      <dgm:spPr/>
    </dgm:pt>
    <dgm:pt modelId="{72997311-6BA4-4885-8776-FD7F52D0D043}" type="pres">
      <dgm:prSet presAssocID="{7DE968CD-6B4D-4ADB-82F8-88DCBCF04D61}" presName="tx1" presStyleLbl="revTx" presStyleIdx="0" presStyleCnt="3"/>
      <dgm:spPr/>
    </dgm:pt>
    <dgm:pt modelId="{70469ED5-65AC-43BF-8252-91C3424068E1}" type="pres">
      <dgm:prSet presAssocID="{7DE968CD-6B4D-4ADB-82F8-88DCBCF04D61}" presName="vert1" presStyleCnt="0"/>
      <dgm:spPr/>
    </dgm:pt>
    <dgm:pt modelId="{B0F15D38-3ADE-47E2-AEFD-8D8F69BBAC34}" type="pres">
      <dgm:prSet presAssocID="{D2475208-B2DA-4764-AD10-F132F251BD5D}" presName="thickLine" presStyleLbl="alignNode1" presStyleIdx="1" presStyleCnt="3"/>
      <dgm:spPr/>
    </dgm:pt>
    <dgm:pt modelId="{E0B1BF78-2F18-41AF-8F2F-77D294AF8516}" type="pres">
      <dgm:prSet presAssocID="{D2475208-B2DA-4764-AD10-F132F251BD5D}" presName="horz1" presStyleCnt="0"/>
      <dgm:spPr/>
    </dgm:pt>
    <dgm:pt modelId="{C951728A-5F97-4753-8577-F6F032ACE9E3}" type="pres">
      <dgm:prSet presAssocID="{D2475208-B2DA-4764-AD10-F132F251BD5D}" presName="tx1" presStyleLbl="revTx" presStyleIdx="1" presStyleCnt="3"/>
      <dgm:spPr/>
    </dgm:pt>
    <dgm:pt modelId="{14DC1C45-B009-42F0-AE0C-BA23AFE03D17}" type="pres">
      <dgm:prSet presAssocID="{D2475208-B2DA-4764-AD10-F132F251BD5D}" presName="vert1" presStyleCnt="0"/>
      <dgm:spPr/>
    </dgm:pt>
    <dgm:pt modelId="{57F5C81B-0C7F-46A6-9923-7023C3635701}" type="pres">
      <dgm:prSet presAssocID="{B1674942-9338-4007-8DD7-B7F80EB766CA}" presName="thickLine" presStyleLbl="alignNode1" presStyleIdx="2" presStyleCnt="3"/>
      <dgm:spPr/>
    </dgm:pt>
    <dgm:pt modelId="{45610704-EA10-46BC-89C0-535F388B9278}" type="pres">
      <dgm:prSet presAssocID="{B1674942-9338-4007-8DD7-B7F80EB766CA}" presName="horz1" presStyleCnt="0"/>
      <dgm:spPr/>
    </dgm:pt>
    <dgm:pt modelId="{68A33230-77B9-4289-B685-4211525AC5BC}" type="pres">
      <dgm:prSet presAssocID="{B1674942-9338-4007-8DD7-B7F80EB766CA}" presName="tx1" presStyleLbl="revTx" presStyleIdx="2" presStyleCnt="3"/>
      <dgm:spPr/>
    </dgm:pt>
    <dgm:pt modelId="{E5AA6ED4-197A-454C-8491-AA0293A68DC2}" type="pres">
      <dgm:prSet presAssocID="{B1674942-9338-4007-8DD7-B7F80EB766CA}" presName="vert1" presStyleCnt="0"/>
      <dgm:spPr/>
    </dgm:pt>
  </dgm:ptLst>
  <dgm:cxnLst>
    <dgm:cxn modelId="{778F4E07-EA47-450B-A670-DA4A27418F4E}" type="presOf" srcId="{7DE968CD-6B4D-4ADB-82F8-88DCBCF04D61}" destId="{72997311-6BA4-4885-8776-FD7F52D0D043}" srcOrd="0" destOrd="0" presId="urn:microsoft.com/office/officeart/2008/layout/LinedList"/>
    <dgm:cxn modelId="{CD9DF26C-9957-4CB9-BF9B-7AC7BED26921}" type="presOf" srcId="{D2475208-B2DA-4764-AD10-F132F251BD5D}" destId="{C951728A-5F97-4753-8577-F6F032ACE9E3}" srcOrd="0" destOrd="0" presId="urn:microsoft.com/office/officeart/2008/layout/LinedList"/>
    <dgm:cxn modelId="{615AC889-52DE-4C6B-A969-E621D4B81D09}" srcId="{22C4C761-08E1-4EFE-8504-D66FBFDCDC75}" destId="{D2475208-B2DA-4764-AD10-F132F251BD5D}" srcOrd="1" destOrd="0" parTransId="{8B76856E-B16D-4C9E-BD47-D6298D977723}" sibTransId="{8A1250C9-DBC0-4B67-ACAD-A4532A3B6076}"/>
    <dgm:cxn modelId="{6B266E90-F43E-464E-82B9-9DAAF2206D30}" type="presOf" srcId="{B1674942-9338-4007-8DD7-B7F80EB766CA}" destId="{68A33230-77B9-4289-B685-4211525AC5BC}" srcOrd="0" destOrd="0" presId="urn:microsoft.com/office/officeart/2008/layout/LinedList"/>
    <dgm:cxn modelId="{24D976E0-51C5-440C-8691-F0F951A6B594}" type="presOf" srcId="{22C4C761-08E1-4EFE-8504-D66FBFDCDC75}" destId="{499520F0-1C21-432B-B507-99D834D3781B}" srcOrd="0" destOrd="0" presId="urn:microsoft.com/office/officeart/2008/layout/LinedList"/>
    <dgm:cxn modelId="{959FFCF7-B630-4339-A432-1762994A250D}" srcId="{22C4C761-08E1-4EFE-8504-D66FBFDCDC75}" destId="{7DE968CD-6B4D-4ADB-82F8-88DCBCF04D61}" srcOrd="0" destOrd="0" parTransId="{4A9053E0-902C-4232-BE51-818213BC6621}" sibTransId="{C2F8AAF6-4C85-4681-8B4E-7E324DC7616E}"/>
    <dgm:cxn modelId="{D5D7ECFC-15A1-488C-8C50-EBEDB3B7D1AD}" srcId="{22C4C761-08E1-4EFE-8504-D66FBFDCDC75}" destId="{B1674942-9338-4007-8DD7-B7F80EB766CA}" srcOrd="2" destOrd="0" parTransId="{318191A9-0819-4CCC-A417-DFE13040F104}" sibTransId="{54A1334E-37BC-43B6-A01F-DB2CDF5D8BE2}"/>
    <dgm:cxn modelId="{BCD38AD3-ED79-4A24-A3D3-9A91E63B3C14}" type="presParOf" srcId="{499520F0-1C21-432B-B507-99D834D3781B}" destId="{D83A256F-7691-4D1E-9984-A03768360736}" srcOrd="0" destOrd="0" presId="urn:microsoft.com/office/officeart/2008/layout/LinedList"/>
    <dgm:cxn modelId="{669AE778-3FC6-4F26-8A0A-2246DE189766}" type="presParOf" srcId="{499520F0-1C21-432B-B507-99D834D3781B}" destId="{46C3D223-03AB-418F-92BF-0C531765CBD3}" srcOrd="1" destOrd="0" presId="urn:microsoft.com/office/officeart/2008/layout/LinedList"/>
    <dgm:cxn modelId="{80717F70-C55F-44AE-BF05-B29B0F2906AA}" type="presParOf" srcId="{46C3D223-03AB-418F-92BF-0C531765CBD3}" destId="{72997311-6BA4-4885-8776-FD7F52D0D043}" srcOrd="0" destOrd="0" presId="urn:microsoft.com/office/officeart/2008/layout/LinedList"/>
    <dgm:cxn modelId="{85482064-0EA0-4861-B95D-ED9BC3D98214}" type="presParOf" srcId="{46C3D223-03AB-418F-92BF-0C531765CBD3}" destId="{70469ED5-65AC-43BF-8252-91C3424068E1}" srcOrd="1" destOrd="0" presId="urn:microsoft.com/office/officeart/2008/layout/LinedList"/>
    <dgm:cxn modelId="{1A275CF4-4503-460B-B25A-CD6E0C0FB6F9}" type="presParOf" srcId="{499520F0-1C21-432B-B507-99D834D3781B}" destId="{B0F15D38-3ADE-47E2-AEFD-8D8F69BBAC34}" srcOrd="2" destOrd="0" presId="urn:microsoft.com/office/officeart/2008/layout/LinedList"/>
    <dgm:cxn modelId="{90A9CDB3-5E16-4925-80C4-D83AAF609434}" type="presParOf" srcId="{499520F0-1C21-432B-B507-99D834D3781B}" destId="{E0B1BF78-2F18-41AF-8F2F-77D294AF8516}" srcOrd="3" destOrd="0" presId="urn:microsoft.com/office/officeart/2008/layout/LinedList"/>
    <dgm:cxn modelId="{CA032002-7FEE-4333-BC84-041C35A324EA}" type="presParOf" srcId="{E0B1BF78-2F18-41AF-8F2F-77D294AF8516}" destId="{C951728A-5F97-4753-8577-F6F032ACE9E3}" srcOrd="0" destOrd="0" presId="urn:microsoft.com/office/officeart/2008/layout/LinedList"/>
    <dgm:cxn modelId="{8E339569-3B51-42D2-8C0B-6D1F422BF700}" type="presParOf" srcId="{E0B1BF78-2F18-41AF-8F2F-77D294AF8516}" destId="{14DC1C45-B009-42F0-AE0C-BA23AFE03D17}" srcOrd="1" destOrd="0" presId="urn:microsoft.com/office/officeart/2008/layout/LinedList"/>
    <dgm:cxn modelId="{3D9505EB-E203-4F97-8D28-3A85B76D1886}" type="presParOf" srcId="{499520F0-1C21-432B-B507-99D834D3781B}" destId="{57F5C81B-0C7F-46A6-9923-7023C3635701}" srcOrd="4" destOrd="0" presId="urn:microsoft.com/office/officeart/2008/layout/LinedList"/>
    <dgm:cxn modelId="{4A4EB2DF-F1CF-4CE2-90DB-250E4E020B56}" type="presParOf" srcId="{499520F0-1C21-432B-B507-99D834D3781B}" destId="{45610704-EA10-46BC-89C0-535F388B9278}" srcOrd="5" destOrd="0" presId="urn:microsoft.com/office/officeart/2008/layout/LinedList"/>
    <dgm:cxn modelId="{AF4D2FE5-567D-46CE-BFEE-B28DFE2CCF79}" type="presParOf" srcId="{45610704-EA10-46BC-89C0-535F388B9278}" destId="{68A33230-77B9-4289-B685-4211525AC5BC}" srcOrd="0" destOrd="0" presId="urn:microsoft.com/office/officeart/2008/layout/LinedList"/>
    <dgm:cxn modelId="{7CBD0970-B245-4850-85DA-D70C5FF4D517}" type="presParOf" srcId="{45610704-EA10-46BC-89C0-535F388B9278}" destId="{E5AA6ED4-197A-454C-8491-AA0293A68DC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0374CF-7E70-4647-AC84-4903A4AE561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98D3416-66C1-4223-A762-90B0D6797A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Live search</a:t>
          </a:r>
        </a:p>
      </dgm:t>
    </dgm:pt>
    <dgm:pt modelId="{2AA3C752-2A53-464B-A8C2-7810BEC3362E}" type="parTrans" cxnId="{3B9CF2F6-A638-40FC-B3F2-03A290E852E0}">
      <dgm:prSet/>
      <dgm:spPr/>
      <dgm:t>
        <a:bodyPr/>
        <a:lstStyle/>
        <a:p>
          <a:endParaRPr lang="en-US"/>
        </a:p>
      </dgm:t>
    </dgm:pt>
    <dgm:pt modelId="{186C9417-9C68-4A0F-8125-8F2B8C93A291}" type="sibTrans" cxnId="{3B9CF2F6-A638-40FC-B3F2-03A290E852E0}">
      <dgm:prSet/>
      <dgm:spPr/>
      <dgm:t>
        <a:bodyPr/>
        <a:lstStyle/>
        <a:p>
          <a:endParaRPr lang="en-US"/>
        </a:p>
      </dgm:t>
    </dgm:pt>
    <dgm:pt modelId="{8D86BD86-EB45-4383-A124-37A974B364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2. Open show details</a:t>
          </a:r>
        </a:p>
      </dgm:t>
    </dgm:pt>
    <dgm:pt modelId="{ABA7C67E-40CF-4346-B783-F80089D16A45}" type="parTrans" cxnId="{6B874E38-C031-4E04-A006-B943505B9FBD}">
      <dgm:prSet/>
      <dgm:spPr/>
      <dgm:t>
        <a:bodyPr/>
        <a:lstStyle/>
        <a:p>
          <a:endParaRPr lang="en-US"/>
        </a:p>
      </dgm:t>
    </dgm:pt>
    <dgm:pt modelId="{5C6A1D01-D8E8-40B7-B4FD-513A36D59E1B}" type="sibTrans" cxnId="{6B874E38-C031-4E04-A006-B943505B9FBD}">
      <dgm:prSet/>
      <dgm:spPr/>
      <dgm:t>
        <a:bodyPr/>
        <a:lstStyle/>
        <a:p>
          <a:endParaRPr lang="en-US"/>
        </a:p>
      </dgm:t>
    </dgm:pt>
    <dgm:pt modelId="{E25A7C04-F1C8-4A21-8E01-84CF1AF589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3. Navigate back</a:t>
          </a:r>
        </a:p>
      </dgm:t>
    </dgm:pt>
    <dgm:pt modelId="{AA1B8398-3F27-4213-AB94-385571BA97FD}" type="parTrans" cxnId="{C64AAF26-CD41-4E36-A50A-BCA61C9FFE0F}">
      <dgm:prSet/>
      <dgm:spPr/>
      <dgm:t>
        <a:bodyPr/>
        <a:lstStyle/>
        <a:p>
          <a:endParaRPr lang="en-US"/>
        </a:p>
      </dgm:t>
    </dgm:pt>
    <dgm:pt modelId="{16D471B2-ED20-44A9-BDA7-1E3F24B585A2}" type="sibTrans" cxnId="{C64AAF26-CD41-4E36-A50A-BCA61C9FFE0F}">
      <dgm:prSet/>
      <dgm:spPr/>
      <dgm:t>
        <a:bodyPr/>
        <a:lstStyle/>
        <a:p>
          <a:endParaRPr lang="en-US"/>
        </a:p>
      </dgm:t>
    </dgm:pt>
    <dgm:pt modelId="{623A1F13-9C18-408C-B8EA-446EB1E009A0}" type="pres">
      <dgm:prSet presAssocID="{C00374CF-7E70-4647-AC84-4903A4AE5615}" presName="root" presStyleCnt="0">
        <dgm:presLayoutVars>
          <dgm:dir/>
          <dgm:resizeHandles val="exact"/>
        </dgm:presLayoutVars>
      </dgm:prSet>
      <dgm:spPr/>
    </dgm:pt>
    <dgm:pt modelId="{08E7A2A4-8406-450A-B380-3373FD4982A9}" type="pres">
      <dgm:prSet presAssocID="{D98D3416-66C1-4223-A762-90B0D6797A4F}" presName="compNode" presStyleCnt="0"/>
      <dgm:spPr/>
    </dgm:pt>
    <dgm:pt modelId="{2F645AE4-0CDD-43B5-B3A7-99E6B77192F2}" type="pres">
      <dgm:prSet presAssocID="{D98D3416-66C1-4223-A762-90B0D6797A4F}" presName="bgRect" presStyleLbl="bgShp" presStyleIdx="0" presStyleCnt="3"/>
      <dgm:spPr/>
    </dgm:pt>
    <dgm:pt modelId="{5E093889-25AF-46A3-AA37-64A32FDBB736}" type="pres">
      <dgm:prSet presAssocID="{D98D3416-66C1-4223-A762-90B0D6797A4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30B0F85-ADA3-4F75-83D4-CC7545DE59E7}" type="pres">
      <dgm:prSet presAssocID="{D98D3416-66C1-4223-A762-90B0D6797A4F}" presName="spaceRect" presStyleCnt="0"/>
      <dgm:spPr/>
    </dgm:pt>
    <dgm:pt modelId="{6294D017-287D-4369-A4DE-C6165C1DA0B3}" type="pres">
      <dgm:prSet presAssocID="{D98D3416-66C1-4223-A762-90B0D6797A4F}" presName="parTx" presStyleLbl="revTx" presStyleIdx="0" presStyleCnt="3">
        <dgm:presLayoutVars>
          <dgm:chMax val="0"/>
          <dgm:chPref val="0"/>
        </dgm:presLayoutVars>
      </dgm:prSet>
      <dgm:spPr/>
    </dgm:pt>
    <dgm:pt modelId="{F82C8A2F-6AB0-43FD-B6E0-5A61F1AB9718}" type="pres">
      <dgm:prSet presAssocID="{186C9417-9C68-4A0F-8125-8F2B8C93A291}" presName="sibTrans" presStyleCnt="0"/>
      <dgm:spPr/>
    </dgm:pt>
    <dgm:pt modelId="{6862A822-07E4-4B79-AD49-10B43728FCB3}" type="pres">
      <dgm:prSet presAssocID="{8D86BD86-EB45-4383-A124-37A974B364FE}" presName="compNode" presStyleCnt="0"/>
      <dgm:spPr/>
    </dgm:pt>
    <dgm:pt modelId="{CC2DE660-A09C-4AB5-A7E1-66E40D4DE5DE}" type="pres">
      <dgm:prSet presAssocID="{8D86BD86-EB45-4383-A124-37A974B364FE}" presName="bgRect" presStyleLbl="bgShp" presStyleIdx="1" presStyleCnt="3"/>
      <dgm:spPr/>
    </dgm:pt>
    <dgm:pt modelId="{D1C35F19-EB43-417C-A4D3-1919347AF25A}" type="pres">
      <dgm:prSet presAssocID="{8D86BD86-EB45-4383-A124-37A974B364F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BA76C754-3541-4B23-AC35-194703E7080F}" type="pres">
      <dgm:prSet presAssocID="{8D86BD86-EB45-4383-A124-37A974B364FE}" presName="spaceRect" presStyleCnt="0"/>
      <dgm:spPr/>
    </dgm:pt>
    <dgm:pt modelId="{2ECCCA6F-27B5-4285-9C03-1F6F7B47E4F4}" type="pres">
      <dgm:prSet presAssocID="{8D86BD86-EB45-4383-A124-37A974B364FE}" presName="parTx" presStyleLbl="revTx" presStyleIdx="1" presStyleCnt="3">
        <dgm:presLayoutVars>
          <dgm:chMax val="0"/>
          <dgm:chPref val="0"/>
        </dgm:presLayoutVars>
      </dgm:prSet>
      <dgm:spPr/>
    </dgm:pt>
    <dgm:pt modelId="{415D2B55-7858-40CC-9D84-8916ACB8A622}" type="pres">
      <dgm:prSet presAssocID="{5C6A1D01-D8E8-40B7-B4FD-513A36D59E1B}" presName="sibTrans" presStyleCnt="0"/>
      <dgm:spPr/>
    </dgm:pt>
    <dgm:pt modelId="{8EC4353E-C33F-4C3B-9C69-7FC43743DD7D}" type="pres">
      <dgm:prSet presAssocID="{E25A7C04-F1C8-4A21-8E01-84CF1AF589E0}" presName="compNode" presStyleCnt="0"/>
      <dgm:spPr/>
    </dgm:pt>
    <dgm:pt modelId="{DC8372ED-3413-4E70-AF01-E58BF9C05587}" type="pres">
      <dgm:prSet presAssocID="{E25A7C04-F1C8-4A21-8E01-84CF1AF589E0}" presName="bgRect" presStyleLbl="bgShp" presStyleIdx="2" presStyleCnt="3"/>
      <dgm:spPr/>
    </dgm:pt>
    <dgm:pt modelId="{1E19364A-4FBE-4469-A4ED-F38D5364C386}" type="pres">
      <dgm:prSet presAssocID="{E25A7C04-F1C8-4A21-8E01-84CF1AF589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D82885C5-988B-4C6B-A670-3FB4CE8EFDE3}" type="pres">
      <dgm:prSet presAssocID="{E25A7C04-F1C8-4A21-8E01-84CF1AF589E0}" presName="spaceRect" presStyleCnt="0"/>
      <dgm:spPr/>
    </dgm:pt>
    <dgm:pt modelId="{2A388402-AF9B-4160-8F20-8E2AF36C2B0C}" type="pres">
      <dgm:prSet presAssocID="{E25A7C04-F1C8-4A21-8E01-84CF1AF589E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9E1B718-691B-4D1E-90CB-D98C49B21200}" type="presOf" srcId="{8D86BD86-EB45-4383-A124-37A974B364FE}" destId="{2ECCCA6F-27B5-4285-9C03-1F6F7B47E4F4}" srcOrd="0" destOrd="0" presId="urn:microsoft.com/office/officeart/2018/2/layout/IconVerticalSolidList"/>
    <dgm:cxn modelId="{C64AAF26-CD41-4E36-A50A-BCA61C9FFE0F}" srcId="{C00374CF-7E70-4647-AC84-4903A4AE5615}" destId="{E25A7C04-F1C8-4A21-8E01-84CF1AF589E0}" srcOrd="2" destOrd="0" parTransId="{AA1B8398-3F27-4213-AB94-385571BA97FD}" sibTransId="{16D471B2-ED20-44A9-BDA7-1E3F24B585A2}"/>
    <dgm:cxn modelId="{9F8A0D2E-822E-48B7-B919-C3DF8460F3AA}" type="presOf" srcId="{C00374CF-7E70-4647-AC84-4903A4AE5615}" destId="{623A1F13-9C18-408C-B8EA-446EB1E009A0}" srcOrd="0" destOrd="0" presId="urn:microsoft.com/office/officeart/2018/2/layout/IconVerticalSolidList"/>
    <dgm:cxn modelId="{6B874E38-C031-4E04-A006-B943505B9FBD}" srcId="{C00374CF-7E70-4647-AC84-4903A4AE5615}" destId="{8D86BD86-EB45-4383-A124-37A974B364FE}" srcOrd="1" destOrd="0" parTransId="{ABA7C67E-40CF-4346-B783-F80089D16A45}" sibTransId="{5C6A1D01-D8E8-40B7-B4FD-513A36D59E1B}"/>
    <dgm:cxn modelId="{A4093583-4AC9-4B25-A4D2-D5D036664099}" type="presOf" srcId="{E25A7C04-F1C8-4A21-8E01-84CF1AF589E0}" destId="{2A388402-AF9B-4160-8F20-8E2AF36C2B0C}" srcOrd="0" destOrd="0" presId="urn:microsoft.com/office/officeart/2018/2/layout/IconVerticalSolidList"/>
    <dgm:cxn modelId="{A246CAA5-D6B2-4183-B7FA-1FFFEF914E50}" type="presOf" srcId="{D98D3416-66C1-4223-A762-90B0D6797A4F}" destId="{6294D017-287D-4369-A4DE-C6165C1DA0B3}" srcOrd="0" destOrd="0" presId="urn:microsoft.com/office/officeart/2018/2/layout/IconVerticalSolidList"/>
    <dgm:cxn modelId="{3B9CF2F6-A638-40FC-B3F2-03A290E852E0}" srcId="{C00374CF-7E70-4647-AC84-4903A4AE5615}" destId="{D98D3416-66C1-4223-A762-90B0D6797A4F}" srcOrd="0" destOrd="0" parTransId="{2AA3C752-2A53-464B-A8C2-7810BEC3362E}" sibTransId="{186C9417-9C68-4A0F-8125-8F2B8C93A291}"/>
    <dgm:cxn modelId="{8FED907F-86C8-4B43-89C2-6C68C5875E20}" type="presParOf" srcId="{623A1F13-9C18-408C-B8EA-446EB1E009A0}" destId="{08E7A2A4-8406-450A-B380-3373FD4982A9}" srcOrd="0" destOrd="0" presId="urn:microsoft.com/office/officeart/2018/2/layout/IconVerticalSolidList"/>
    <dgm:cxn modelId="{AD65C7B5-16BE-4D6A-8216-129AC8915BF8}" type="presParOf" srcId="{08E7A2A4-8406-450A-B380-3373FD4982A9}" destId="{2F645AE4-0CDD-43B5-B3A7-99E6B77192F2}" srcOrd="0" destOrd="0" presId="urn:microsoft.com/office/officeart/2018/2/layout/IconVerticalSolidList"/>
    <dgm:cxn modelId="{F909599A-39BF-4447-88E3-4D379E182029}" type="presParOf" srcId="{08E7A2A4-8406-450A-B380-3373FD4982A9}" destId="{5E093889-25AF-46A3-AA37-64A32FDBB736}" srcOrd="1" destOrd="0" presId="urn:microsoft.com/office/officeart/2018/2/layout/IconVerticalSolidList"/>
    <dgm:cxn modelId="{35F0C61E-9C15-43A3-A387-B3760E58153C}" type="presParOf" srcId="{08E7A2A4-8406-450A-B380-3373FD4982A9}" destId="{530B0F85-ADA3-4F75-83D4-CC7545DE59E7}" srcOrd="2" destOrd="0" presId="urn:microsoft.com/office/officeart/2018/2/layout/IconVerticalSolidList"/>
    <dgm:cxn modelId="{FACB7F98-4816-427B-9B8A-81444CA9B428}" type="presParOf" srcId="{08E7A2A4-8406-450A-B380-3373FD4982A9}" destId="{6294D017-287D-4369-A4DE-C6165C1DA0B3}" srcOrd="3" destOrd="0" presId="urn:microsoft.com/office/officeart/2018/2/layout/IconVerticalSolidList"/>
    <dgm:cxn modelId="{2D02290B-F204-4A63-8D4A-DC26153A2D4A}" type="presParOf" srcId="{623A1F13-9C18-408C-B8EA-446EB1E009A0}" destId="{F82C8A2F-6AB0-43FD-B6E0-5A61F1AB9718}" srcOrd="1" destOrd="0" presId="urn:microsoft.com/office/officeart/2018/2/layout/IconVerticalSolidList"/>
    <dgm:cxn modelId="{F33E8F30-31EF-413A-A8F8-51C490CEA897}" type="presParOf" srcId="{623A1F13-9C18-408C-B8EA-446EB1E009A0}" destId="{6862A822-07E4-4B79-AD49-10B43728FCB3}" srcOrd="2" destOrd="0" presId="urn:microsoft.com/office/officeart/2018/2/layout/IconVerticalSolidList"/>
    <dgm:cxn modelId="{9E5BD9A8-E8D3-4322-A1D3-9581657E73B0}" type="presParOf" srcId="{6862A822-07E4-4B79-AD49-10B43728FCB3}" destId="{CC2DE660-A09C-4AB5-A7E1-66E40D4DE5DE}" srcOrd="0" destOrd="0" presId="urn:microsoft.com/office/officeart/2018/2/layout/IconVerticalSolidList"/>
    <dgm:cxn modelId="{AB07920C-95B4-40D1-A426-A81E47D0B602}" type="presParOf" srcId="{6862A822-07E4-4B79-AD49-10B43728FCB3}" destId="{D1C35F19-EB43-417C-A4D3-1919347AF25A}" srcOrd="1" destOrd="0" presId="urn:microsoft.com/office/officeart/2018/2/layout/IconVerticalSolidList"/>
    <dgm:cxn modelId="{EB488BCA-F9DF-4667-BB32-1F3EC391D40C}" type="presParOf" srcId="{6862A822-07E4-4B79-AD49-10B43728FCB3}" destId="{BA76C754-3541-4B23-AC35-194703E7080F}" srcOrd="2" destOrd="0" presId="urn:microsoft.com/office/officeart/2018/2/layout/IconVerticalSolidList"/>
    <dgm:cxn modelId="{EB7B5084-2D63-48C4-BF7E-9A2FA25FB8D9}" type="presParOf" srcId="{6862A822-07E4-4B79-AD49-10B43728FCB3}" destId="{2ECCCA6F-27B5-4285-9C03-1F6F7B47E4F4}" srcOrd="3" destOrd="0" presId="urn:microsoft.com/office/officeart/2018/2/layout/IconVerticalSolidList"/>
    <dgm:cxn modelId="{72C2FBAA-5054-49A5-9CFA-FE0027A6E00B}" type="presParOf" srcId="{623A1F13-9C18-408C-B8EA-446EB1E009A0}" destId="{415D2B55-7858-40CC-9D84-8916ACB8A622}" srcOrd="3" destOrd="0" presId="urn:microsoft.com/office/officeart/2018/2/layout/IconVerticalSolidList"/>
    <dgm:cxn modelId="{2B573DD1-E1F9-4635-AA5C-D3573FA2BB30}" type="presParOf" srcId="{623A1F13-9C18-408C-B8EA-446EB1E009A0}" destId="{8EC4353E-C33F-4C3B-9C69-7FC43743DD7D}" srcOrd="4" destOrd="0" presId="urn:microsoft.com/office/officeart/2018/2/layout/IconVerticalSolidList"/>
    <dgm:cxn modelId="{97B4E03B-7D80-4A2F-A3BA-A029CC59372A}" type="presParOf" srcId="{8EC4353E-C33F-4C3B-9C69-7FC43743DD7D}" destId="{DC8372ED-3413-4E70-AF01-E58BF9C05587}" srcOrd="0" destOrd="0" presId="urn:microsoft.com/office/officeart/2018/2/layout/IconVerticalSolidList"/>
    <dgm:cxn modelId="{BA209DB2-0176-4E45-A429-1B94FD50709F}" type="presParOf" srcId="{8EC4353E-C33F-4C3B-9C69-7FC43743DD7D}" destId="{1E19364A-4FBE-4469-A4ED-F38D5364C386}" srcOrd="1" destOrd="0" presId="urn:microsoft.com/office/officeart/2018/2/layout/IconVerticalSolidList"/>
    <dgm:cxn modelId="{3F078437-3AD7-411A-90C6-B6C2EBD0529D}" type="presParOf" srcId="{8EC4353E-C33F-4C3B-9C69-7FC43743DD7D}" destId="{D82885C5-988B-4C6B-A670-3FB4CE8EFDE3}" srcOrd="2" destOrd="0" presId="urn:microsoft.com/office/officeart/2018/2/layout/IconVerticalSolidList"/>
    <dgm:cxn modelId="{53593FE6-B827-4D71-9226-BA5BB8B80813}" type="presParOf" srcId="{8EC4353E-C33F-4C3B-9C69-7FC43743DD7D}" destId="{2A388402-AF9B-4160-8F20-8E2AF36C2B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422BF9-60C5-4F60-B007-8BD5FE30D9ED}">
      <dsp:nvSpPr>
        <dsp:cNvPr id="0" name=""/>
        <dsp:cNvSpPr/>
      </dsp:nvSpPr>
      <dsp:spPr>
        <a:xfrm>
          <a:off x="0" y="48990"/>
          <a:ext cx="5175384" cy="1247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Team Members:</a:t>
          </a:r>
        </a:p>
      </dsp:txBody>
      <dsp:txXfrm>
        <a:off x="60884" y="109874"/>
        <a:ext cx="5053616" cy="1125452"/>
      </dsp:txXfrm>
    </dsp:sp>
    <dsp:sp modelId="{1339580B-08AE-487B-818B-98E3A1B9BDD9}">
      <dsp:nvSpPr>
        <dsp:cNvPr id="0" name=""/>
        <dsp:cNvSpPr/>
      </dsp:nvSpPr>
      <dsp:spPr>
        <a:xfrm>
          <a:off x="0" y="1445970"/>
          <a:ext cx="5175384" cy="124722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Morgan Dehoff</a:t>
          </a:r>
        </a:p>
      </dsp:txBody>
      <dsp:txXfrm>
        <a:off x="60884" y="1506854"/>
        <a:ext cx="5053616" cy="1125452"/>
      </dsp:txXfrm>
    </dsp:sp>
    <dsp:sp modelId="{D110A8BF-30CA-4DBD-B1FB-DFB43FCEEE2D}">
      <dsp:nvSpPr>
        <dsp:cNvPr id="0" name=""/>
        <dsp:cNvSpPr/>
      </dsp:nvSpPr>
      <dsp:spPr>
        <a:xfrm>
          <a:off x="0" y="2842950"/>
          <a:ext cx="5175384" cy="124722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Luke Davis</a:t>
          </a:r>
        </a:p>
      </dsp:txBody>
      <dsp:txXfrm>
        <a:off x="60884" y="2903834"/>
        <a:ext cx="5053616" cy="1125452"/>
      </dsp:txXfrm>
    </dsp:sp>
    <dsp:sp modelId="{659890F6-D5EB-4A4C-8BC4-3DC36E0114E7}">
      <dsp:nvSpPr>
        <dsp:cNvPr id="0" name=""/>
        <dsp:cNvSpPr/>
      </dsp:nvSpPr>
      <dsp:spPr>
        <a:xfrm>
          <a:off x="0" y="4239930"/>
          <a:ext cx="5175384" cy="12472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Trey Rios</a:t>
          </a:r>
        </a:p>
      </dsp:txBody>
      <dsp:txXfrm>
        <a:off x="60884" y="4300814"/>
        <a:ext cx="5053616" cy="1125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2A49A-6277-4E47-A493-46B6098A1322}">
      <dsp:nvSpPr>
        <dsp:cNvPr id="0" name=""/>
        <dsp:cNvSpPr/>
      </dsp:nvSpPr>
      <dsp:spPr>
        <a:xfrm>
          <a:off x="0" y="4753623"/>
          <a:ext cx="1293846" cy="7798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8016" rIns="92018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Collaborate and divide</a:t>
          </a:r>
        </a:p>
      </dsp:txBody>
      <dsp:txXfrm>
        <a:off x="0" y="4753623"/>
        <a:ext cx="1293846" cy="779871"/>
      </dsp:txXfrm>
    </dsp:sp>
    <dsp:sp modelId="{0CAAC554-5DB6-41D5-B67B-B7D12E6A430C}">
      <dsp:nvSpPr>
        <dsp:cNvPr id="0" name=""/>
        <dsp:cNvSpPr/>
      </dsp:nvSpPr>
      <dsp:spPr>
        <a:xfrm>
          <a:off x="1293846" y="4753623"/>
          <a:ext cx="3881538" cy="7798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28600" rIns="7873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Collaborate and divide tasks</a:t>
          </a:r>
        </a:p>
      </dsp:txBody>
      <dsp:txXfrm>
        <a:off x="1293846" y="4753623"/>
        <a:ext cx="3881538" cy="779871"/>
      </dsp:txXfrm>
    </dsp:sp>
    <dsp:sp modelId="{58506F01-1292-441B-8F90-B853670FF2FD}">
      <dsp:nvSpPr>
        <dsp:cNvPr id="0" name=""/>
        <dsp:cNvSpPr/>
      </dsp:nvSpPr>
      <dsp:spPr>
        <a:xfrm rot="10800000">
          <a:off x="0" y="3565878"/>
          <a:ext cx="1293846" cy="119944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8016" rIns="92018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Create</a:t>
          </a:r>
        </a:p>
      </dsp:txBody>
      <dsp:txXfrm rot="-10800000">
        <a:off x="0" y="3565878"/>
        <a:ext cx="1293846" cy="779637"/>
      </dsp:txXfrm>
    </dsp:sp>
    <dsp:sp modelId="{FA3F0801-5715-4335-BA6E-0013BABE6C6F}">
      <dsp:nvSpPr>
        <dsp:cNvPr id="0" name=""/>
        <dsp:cNvSpPr/>
      </dsp:nvSpPr>
      <dsp:spPr>
        <a:xfrm>
          <a:off x="1293846" y="3565878"/>
          <a:ext cx="3881538" cy="779637"/>
        </a:xfrm>
        <a:prstGeom prst="rect">
          <a:avLst/>
        </a:prstGeom>
        <a:solidFill>
          <a:schemeClr val="accent2">
            <a:tint val="40000"/>
            <a:alpha val="90000"/>
            <a:hueOff val="1256455"/>
            <a:satOff val="-1094"/>
            <a:lumOff val="-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256455"/>
              <a:satOff val="-1094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28600" rIns="7873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Create separate details page</a:t>
          </a:r>
        </a:p>
      </dsp:txBody>
      <dsp:txXfrm>
        <a:off x="1293846" y="3565878"/>
        <a:ext cx="3881538" cy="779637"/>
      </dsp:txXfrm>
    </dsp:sp>
    <dsp:sp modelId="{FD029F41-8001-4B01-94ED-801F5444787C}">
      <dsp:nvSpPr>
        <dsp:cNvPr id="0" name=""/>
        <dsp:cNvSpPr/>
      </dsp:nvSpPr>
      <dsp:spPr>
        <a:xfrm rot="10800000">
          <a:off x="0" y="2378134"/>
          <a:ext cx="1293846" cy="119944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8016" rIns="92018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Display</a:t>
          </a:r>
        </a:p>
      </dsp:txBody>
      <dsp:txXfrm rot="-10800000">
        <a:off x="0" y="2378134"/>
        <a:ext cx="1293846" cy="779637"/>
      </dsp:txXfrm>
    </dsp:sp>
    <dsp:sp modelId="{1B0DCE44-8E2C-4BC5-A941-3E6AD242C3C2}">
      <dsp:nvSpPr>
        <dsp:cNvPr id="0" name=""/>
        <dsp:cNvSpPr/>
      </dsp:nvSpPr>
      <dsp:spPr>
        <a:xfrm>
          <a:off x="1293846" y="2378134"/>
          <a:ext cx="3881538" cy="779637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28600" rIns="7873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Display real‑time data from TVMaze</a:t>
          </a:r>
        </a:p>
      </dsp:txBody>
      <dsp:txXfrm>
        <a:off x="1293846" y="2378134"/>
        <a:ext cx="3881538" cy="779637"/>
      </dsp:txXfrm>
    </dsp:sp>
    <dsp:sp modelId="{2C794BFF-67FA-4093-8D47-2AEDCFC49B23}">
      <dsp:nvSpPr>
        <dsp:cNvPr id="0" name=""/>
        <dsp:cNvSpPr/>
      </dsp:nvSpPr>
      <dsp:spPr>
        <a:xfrm rot="10800000">
          <a:off x="0" y="1190390"/>
          <a:ext cx="1293846" cy="119944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8016" rIns="92018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Build</a:t>
          </a:r>
        </a:p>
      </dsp:txBody>
      <dsp:txXfrm rot="-10800000">
        <a:off x="0" y="1190390"/>
        <a:ext cx="1293846" cy="779637"/>
      </dsp:txXfrm>
    </dsp:sp>
    <dsp:sp modelId="{06334CDF-FDA4-44CC-AAD6-D0F260AAF7E0}">
      <dsp:nvSpPr>
        <dsp:cNvPr id="0" name=""/>
        <dsp:cNvSpPr/>
      </dsp:nvSpPr>
      <dsp:spPr>
        <a:xfrm>
          <a:off x="1293846" y="1190390"/>
          <a:ext cx="3881538" cy="779637"/>
        </a:xfrm>
        <a:prstGeom prst="rect">
          <a:avLst/>
        </a:prstGeom>
        <a:solidFill>
          <a:schemeClr val="accent2">
            <a:tint val="40000"/>
            <a:alpha val="90000"/>
            <a:hueOff val="3769366"/>
            <a:satOff val="-3283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769366"/>
              <a:satOff val="-3283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28600" rIns="7873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Build clean responsive UI</a:t>
          </a:r>
        </a:p>
      </dsp:txBody>
      <dsp:txXfrm>
        <a:off x="1293846" y="1190390"/>
        <a:ext cx="3881538" cy="779637"/>
      </dsp:txXfrm>
    </dsp:sp>
    <dsp:sp modelId="{20345ED4-8923-4B44-99E9-B299A556175C}">
      <dsp:nvSpPr>
        <dsp:cNvPr id="0" name=""/>
        <dsp:cNvSpPr/>
      </dsp:nvSpPr>
      <dsp:spPr>
        <a:xfrm rot="10800000">
          <a:off x="0" y="2646"/>
          <a:ext cx="1293846" cy="119944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8016" rIns="92018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Practice</a:t>
          </a:r>
        </a:p>
      </dsp:txBody>
      <dsp:txXfrm rot="-10800000">
        <a:off x="0" y="2646"/>
        <a:ext cx="1293846" cy="779637"/>
      </dsp:txXfrm>
    </dsp:sp>
    <dsp:sp modelId="{037CCAA3-675F-44EE-8F78-3B511D85E1B9}">
      <dsp:nvSpPr>
        <dsp:cNvPr id="0" name=""/>
        <dsp:cNvSpPr/>
      </dsp:nvSpPr>
      <dsp:spPr>
        <a:xfrm>
          <a:off x="1293846" y="2646"/>
          <a:ext cx="3881538" cy="779637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28600" rIns="7873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Practice APIs &amp; async JavaScript</a:t>
          </a:r>
        </a:p>
      </dsp:txBody>
      <dsp:txXfrm>
        <a:off x="1293846" y="2646"/>
        <a:ext cx="3881538" cy="7796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44A37-34E4-4790-9999-B201D2B27B5F}">
      <dsp:nvSpPr>
        <dsp:cNvPr id="0" name=""/>
        <dsp:cNvSpPr/>
      </dsp:nvSpPr>
      <dsp:spPr>
        <a:xfrm>
          <a:off x="0" y="27225"/>
          <a:ext cx="3996927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index.html – Search UI + results grid</a:t>
          </a:r>
        </a:p>
      </dsp:txBody>
      <dsp:txXfrm>
        <a:off x="62141" y="89366"/>
        <a:ext cx="3872645" cy="1148678"/>
      </dsp:txXfrm>
    </dsp:sp>
    <dsp:sp modelId="{D051D624-F4D3-444D-B4DE-2487CB8E4599}">
      <dsp:nvSpPr>
        <dsp:cNvPr id="0" name=""/>
        <dsp:cNvSpPr/>
      </dsp:nvSpPr>
      <dsp:spPr>
        <a:xfrm>
          <a:off x="0" y="1392345"/>
          <a:ext cx="3996927" cy="127296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main.js – API calls + dynamic rendering</a:t>
          </a:r>
        </a:p>
      </dsp:txBody>
      <dsp:txXfrm>
        <a:off x="62141" y="1454486"/>
        <a:ext cx="3872645" cy="1148678"/>
      </dsp:txXfrm>
    </dsp:sp>
    <dsp:sp modelId="{DA5379FA-B9D5-4A13-95C4-359284C1D48C}">
      <dsp:nvSpPr>
        <dsp:cNvPr id="0" name=""/>
        <dsp:cNvSpPr/>
      </dsp:nvSpPr>
      <dsp:spPr>
        <a:xfrm>
          <a:off x="0" y="2757465"/>
          <a:ext cx="3996927" cy="12729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details.html – Loads show details via ID</a:t>
          </a:r>
        </a:p>
      </dsp:txBody>
      <dsp:txXfrm>
        <a:off x="62141" y="2819606"/>
        <a:ext cx="3872645" cy="11486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3A256F-7691-4D1E-9984-A03768360736}">
      <dsp:nvSpPr>
        <dsp:cNvPr id="0" name=""/>
        <dsp:cNvSpPr/>
      </dsp:nvSpPr>
      <dsp:spPr>
        <a:xfrm>
          <a:off x="0" y="1981"/>
          <a:ext cx="399692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97311-6BA4-4885-8776-FD7F52D0D043}">
      <dsp:nvSpPr>
        <dsp:cNvPr id="0" name=""/>
        <dsp:cNvSpPr/>
      </dsp:nvSpPr>
      <dsp:spPr>
        <a:xfrm>
          <a:off x="0" y="1981"/>
          <a:ext cx="3996927" cy="1351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Luke – index.html + CSS</a:t>
          </a:r>
        </a:p>
      </dsp:txBody>
      <dsp:txXfrm>
        <a:off x="0" y="1981"/>
        <a:ext cx="3996927" cy="1351229"/>
      </dsp:txXfrm>
    </dsp:sp>
    <dsp:sp modelId="{B0F15D38-3ADE-47E2-AEFD-8D8F69BBAC34}">
      <dsp:nvSpPr>
        <dsp:cNvPr id="0" name=""/>
        <dsp:cNvSpPr/>
      </dsp:nvSpPr>
      <dsp:spPr>
        <a:xfrm>
          <a:off x="0" y="1353210"/>
          <a:ext cx="399692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1728A-5F97-4753-8577-F6F032ACE9E3}">
      <dsp:nvSpPr>
        <dsp:cNvPr id="0" name=""/>
        <dsp:cNvSpPr/>
      </dsp:nvSpPr>
      <dsp:spPr>
        <a:xfrm>
          <a:off x="0" y="1353210"/>
          <a:ext cx="3996927" cy="1351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Morgan – main.js</a:t>
          </a:r>
        </a:p>
      </dsp:txBody>
      <dsp:txXfrm>
        <a:off x="0" y="1353210"/>
        <a:ext cx="3996927" cy="1351229"/>
      </dsp:txXfrm>
    </dsp:sp>
    <dsp:sp modelId="{57F5C81B-0C7F-46A6-9923-7023C3635701}">
      <dsp:nvSpPr>
        <dsp:cNvPr id="0" name=""/>
        <dsp:cNvSpPr/>
      </dsp:nvSpPr>
      <dsp:spPr>
        <a:xfrm>
          <a:off x="0" y="2704439"/>
          <a:ext cx="399692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33230-77B9-4289-B685-4211525AC5BC}">
      <dsp:nvSpPr>
        <dsp:cNvPr id="0" name=""/>
        <dsp:cNvSpPr/>
      </dsp:nvSpPr>
      <dsp:spPr>
        <a:xfrm>
          <a:off x="0" y="2704439"/>
          <a:ext cx="3996927" cy="1351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Trey – details.html</a:t>
          </a:r>
        </a:p>
      </dsp:txBody>
      <dsp:txXfrm>
        <a:off x="0" y="2704439"/>
        <a:ext cx="3996927" cy="13512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645AE4-0CDD-43B5-B3A7-99E6B77192F2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093889-25AF-46A3-AA37-64A32FDBB736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4D017-287D-4369-A4DE-C6165C1DA0B3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Live search</a:t>
          </a:r>
        </a:p>
      </dsp:txBody>
      <dsp:txXfrm>
        <a:off x="1939533" y="717"/>
        <a:ext cx="2786667" cy="1679249"/>
      </dsp:txXfrm>
    </dsp:sp>
    <dsp:sp modelId="{CC2DE660-A09C-4AB5-A7E1-66E40D4DE5DE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35F19-EB43-417C-A4D3-1919347AF25A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CCCA6F-27B5-4285-9C03-1F6F7B47E4F4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2. Open show details</a:t>
          </a:r>
        </a:p>
      </dsp:txBody>
      <dsp:txXfrm>
        <a:off x="1939533" y="2099779"/>
        <a:ext cx="2786667" cy="1679249"/>
      </dsp:txXfrm>
    </dsp:sp>
    <dsp:sp modelId="{DC8372ED-3413-4E70-AF01-E58BF9C05587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9364A-4FBE-4469-A4ED-F38D5364C386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388402-AF9B-4160-8F20-8E2AF36C2B0C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3. Navigate back</a:t>
          </a:r>
        </a:p>
      </dsp:txBody>
      <dsp:txXfrm>
        <a:off x="1939533" y="4198841"/>
        <a:ext cx="27866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Movie Search API Project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18CD3D-4310-4B25-0048-B5A711D3C2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263276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US" sz="3500"/>
              <a:t>Project Overview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3D2CF40C-6449-E293-508B-F853D1E087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4" r="47636" b="-2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Web-based Movie/TV Show Search App</a:t>
            </a:r>
          </a:p>
          <a:p>
            <a:r>
              <a:rPr lang="en-US" sz="1700"/>
              <a:t>Uses TVMaze API (no local database)</a:t>
            </a:r>
          </a:p>
          <a:p>
            <a:r>
              <a:rPr lang="en-US" sz="1700"/>
              <a:t>Search, browse, and view details</a:t>
            </a:r>
          </a:p>
          <a:p>
            <a:r>
              <a:rPr lang="en-US" sz="1700"/>
              <a:t>Built with HTML, CSS, JavaScript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/>
              <a:t>Project Objectives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D9B892F-8A6E-6325-2024-474B1FE63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9457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✔ Search works</a:t>
            </a:r>
          </a:p>
          <a:p>
            <a:r>
              <a:rPr lang="en-US" sz="1700"/>
              <a:t>✔ Accurate API results</a:t>
            </a:r>
          </a:p>
          <a:p>
            <a:r>
              <a:rPr lang="en-US" sz="1700"/>
              <a:t>✔ Details page loads</a:t>
            </a:r>
          </a:p>
          <a:p>
            <a:r>
              <a:rPr lang="en-US" sz="1700"/>
              <a:t>✔ Smooth navigation</a:t>
            </a:r>
          </a:p>
          <a:p>
            <a:r>
              <a:rPr lang="en-US" sz="1700"/>
              <a:t>✔ Responsive layout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26F07A21-0D01-E3B3-4D43-F9E1BE17DE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65" r="34285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Light Agile workflow</a:t>
            </a:r>
          </a:p>
          <a:p>
            <a:r>
              <a:rPr lang="en-US" sz="1700"/>
              <a:t>Each member owned a section</a:t>
            </a:r>
          </a:p>
          <a:p>
            <a:r>
              <a:rPr lang="en-US" sz="1700"/>
              <a:t>UI wireframing</a:t>
            </a:r>
          </a:p>
          <a:p>
            <a:r>
              <a:rPr lang="en-US" sz="1700"/>
              <a:t>JavaScript + API integration</a:t>
            </a:r>
          </a:p>
          <a:p>
            <a:r>
              <a:rPr lang="en-US" sz="1700"/>
              <a:t>Testing + team troubleshooting</a:t>
            </a:r>
          </a:p>
        </p:txBody>
      </p:sp>
      <p:pic>
        <p:nvPicPr>
          <p:cNvPr id="5" name="Picture 4" descr="People at the meeting desk">
            <a:extLst>
              <a:ext uri="{FF2B5EF4-FFF2-40B4-BE49-F238E27FC236}">
                <a16:creationId xmlns:a16="http://schemas.microsoft.com/office/drawing/2014/main" id="{C732DA5A-8303-3F33-16BD-5280AE2FDB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28" r="3593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Front‑end:</a:t>
            </a:r>
          </a:p>
          <a:p>
            <a:r>
              <a:rPr lang="en-US" sz="1700"/>
              <a:t>HTML</a:t>
            </a:r>
          </a:p>
          <a:p>
            <a:r>
              <a:rPr lang="en-US" sz="1700"/>
              <a:t>CSS</a:t>
            </a:r>
          </a:p>
          <a:p>
            <a:r>
              <a:rPr lang="en-US" sz="1700"/>
              <a:t>JavaScript</a:t>
            </a:r>
          </a:p>
          <a:p>
            <a:endParaRPr lang="en-US" sz="1700"/>
          </a:p>
          <a:p>
            <a:r>
              <a:rPr lang="en-US" sz="1700"/>
              <a:t>Data Source:</a:t>
            </a:r>
          </a:p>
          <a:p>
            <a:r>
              <a:rPr lang="en-US" sz="1700"/>
              <a:t>TVMaze Search API</a:t>
            </a:r>
          </a:p>
          <a:p>
            <a:r>
              <a:rPr lang="en-US" sz="1700"/>
              <a:t>TVMaze Show Details API</a:t>
            </a:r>
          </a:p>
        </p:txBody>
      </p:sp>
      <p:pic>
        <p:nvPicPr>
          <p:cNvPr id="5" name="Picture 4" descr="101010 data lines to infinity">
            <a:extLst>
              <a:ext uri="{FF2B5EF4-FFF2-40B4-BE49-F238E27FC236}">
                <a16:creationId xmlns:a16="http://schemas.microsoft.com/office/drawing/2014/main" id="{9A53845B-FB12-31C9-B746-4BF0F13546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45" r="26641" b="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AA7D46-C7EE-2D1B-3586-D719595D72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55" r="8202" b="1"/>
          <a:stretch>
            <a:fillRect/>
          </a:stretch>
        </p:blipFill>
        <p:spPr>
          <a:xfrm>
            <a:off x="20" y="10"/>
            <a:ext cx="4653283" cy="5114534"/>
          </a:xfrm>
          <a:custGeom>
            <a:avLst/>
            <a:gdLst/>
            <a:ahLst/>
            <a:cxnLst/>
            <a:rect l="l" t="t" r="r" b="b"/>
            <a:pathLst>
              <a:path w="6204404" h="5114544">
                <a:moveTo>
                  <a:pt x="5659431" y="0"/>
                </a:moveTo>
                <a:lnTo>
                  <a:pt x="6157098" y="0"/>
                </a:lnTo>
                <a:lnTo>
                  <a:pt x="6181355" y="190991"/>
                </a:lnTo>
                <a:cubicBezTo>
                  <a:pt x="6196596" y="341154"/>
                  <a:pt x="6204404" y="493515"/>
                  <a:pt x="6204404" y="647700"/>
                </a:cubicBezTo>
                <a:cubicBezTo>
                  <a:pt x="6204404" y="3114670"/>
                  <a:pt x="4205578" y="5114544"/>
                  <a:pt x="1739900" y="5114544"/>
                </a:cubicBezTo>
                <a:cubicBezTo>
                  <a:pt x="1123481" y="5114544"/>
                  <a:pt x="536240" y="4989552"/>
                  <a:pt x="2114" y="4763518"/>
                </a:cubicBezTo>
                <a:lnTo>
                  <a:pt x="0" y="4762561"/>
                </a:lnTo>
                <a:lnTo>
                  <a:pt x="0" y="4226363"/>
                </a:lnTo>
                <a:lnTo>
                  <a:pt x="15791" y="4234455"/>
                </a:lnTo>
                <a:cubicBezTo>
                  <a:pt x="537360" y="4485921"/>
                  <a:pt x="1122182" y="4626842"/>
                  <a:pt x="1739899" y="4626842"/>
                </a:cubicBezTo>
                <a:cubicBezTo>
                  <a:pt x="3936226" y="4626842"/>
                  <a:pt x="5716700" y="2845319"/>
                  <a:pt x="5716700" y="647700"/>
                </a:cubicBezTo>
                <a:cubicBezTo>
                  <a:pt x="5716700" y="510349"/>
                  <a:pt x="5709745" y="374623"/>
                  <a:pt x="5696169" y="240856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60" y="327026"/>
            <a:ext cx="3123008" cy="2611437"/>
          </a:xfrm>
        </p:spPr>
        <p:txBody>
          <a:bodyPr>
            <a:normAutofit/>
          </a:bodyPr>
          <a:lstStyle/>
          <a:p>
            <a:r>
              <a:rPr lang="en-US" sz="3100"/>
              <a:t>Architecture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460458-B7A8-F7EC-FCB3-9102DB0337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515904"/>
              </p:ext>
            </p:extLst>
          </p:nvPr>
        </p:nvGraphicFramePr>
        <p:xfrm>
          <a:off x="4786312" y="2119313"/>
          <a:ext cx="3996927" cy="405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1B06E4-FFEC-DB73-D50B-300BCC725D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70" r="18701" b="2"/>
          <a:stretch>
            <a:fillRect/>
          </a:stretch>
        </p:blipFill>
        <p:spPr>
          <a:xfrm>
            <a:off x="20" y="10"/>
            <a:ext cx="4653283" cy="5114534"/>
          </a:xfrm>
          <a:custGeom>
            <a:avLst/>
            <a:gdLst/>
            <a:ahLst/>
            <a:cxnLst/>
            <a:rect l="l" t="t" r="r" b="b"/>
            <a:pathLst>
              <a:path w="6204404" h="5114544">
                <a:moveTo>
                  <a:pt x="5659431" y="0"/>
                </a:moveTo>
                <a:lnTo>
                  <a:pt x="6157098" y="0"/>
                </a:lnTo>
                <a:lnTo>
                  <a:pt x="6181355" y="190991"/>
                </a:lnTo>
                <a:cubicBezTo>
                  <a:pt x="6196596" y="341154"/>
                  <a:pt x="6204404" y="493515"/>
                  <a:pt x="6204404" y="647700"/>
                </a:cubicBezTo>
                <a:cubicBezTo>
                  <a:pt x="6204404" y="3114670"/>
                  <a:pt x="4205578" y="5114544"/>
                  <a:pt x="1739900" y="5114544"/>
                </a:cubicBezTo>
                <a:cubicBezTo>
                  <a:pt x="1123481" y="5114544"/>
                  <a:pt x="536240" y="4989552"/>
                  <a:pt x="2114" y="4763518"/>
                </a:cubicBezTo>
                <a:lnTo>
                  <a:pt x="0" y="4762561"/>
                </a:lnTo>
                <a:lnTo>
                  <a:pt x="0" y="4226363"/>
                </a:lnTo>
                <a:lnTo>
                  <a:pt x="15791" y="4234455"/>
                </a:lnTo>
                <a:cubicBezTo>
                  <a:pt x="537360" y="4485921"/>
                  <a:pt x="1122182" y="4626842"/>
                  <a:pt x="1739899" y="4626842"/>
                </a:cubicBezTo>
                <a:cubicBezTo>
                  <a:pt x="3936226" y="4626842"/>
                  <a:pt x="5716700" y="2845319"/>
                  <a:pt x="5716700" y="647700"/>
                </a:cubicBezTo>
                <a:cubicBezTo>
                  <a:pt x="5716700" y="510349"/>
                  <a:pt x="5709745" y="374623"/>
                  <a:pt x="5696169" y="240856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60" y="327026"/>
            <a:ext cx="3123008" cy="2611437"/>
          </a:xfrm>
        </p:spPr>
        <p:txBody>
          <a:bodyPr>
            <a:normAutofit/>
          </a:bodyPr>
          <a:lstStyle/>
          <a:p>
            <a:r>
              <a:rPr lang="en-US" sz="3100"/>
              <a:t>Team Responsibilities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675FD6-321C-312F-6A66-27787B63F5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884131"/>
              </p:ext>
            </p:extLst>
          </p:nvPr>
        </p:nvGraphicFramePr>
        <p:xfrm>
          <a:off x="4786312" y="2119313"/>
          <a:ext cx="3996927" cy="405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Project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Finished on schedule</a:t>
            </a:r>
          </a:p>
          <a:p>
            <a:r>
              <a:rPr lang="en-US" sz="1700"/>
              <a:t>All features complete</a:t>
            </a:r>
          </a:p>
          <a:p>
            <a:r>
              <a:rPr lang="en-US" sz="1700"/>
              <a:t>Smooth API response</a:t>
            </a:r>
          </a:p>
          <a:p>
            <a:r>
              <a:rPr lang="en-US" sz="1700"/>
              <a:t>UI fallbacks added</a:t>
            </a:r>
          </a:p>
        </p:txBody>
      </p:sp>
      <p:pic>
        <p:nvPicPr>
          <p:cNvPr id="17" name="Picture 16" descr="Angled shot of pen on a graph">
            <a:extLst>
              <a:ext uri="{FF2B5EF4-FFF2-40B4-BE49-F238E27FC236}">
                <a16:creationId xmlns:a16="http://schemas.microsoft.com/office/drawing/2014/main" id="{77D99781-D1CB-B646-B082-019043A912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92" r="46458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Demo Plan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13A8AB-5910-7710-1241-97ACD820DD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373656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A203437-703A-4E00-A8C0-91D328D6C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3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05EAF-BF90-AADE-91C3-8F889454C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56" y="502400"/>
            <a:ext cx="2525379" cy="18180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Live Search</a:t>
            </a:r>
          </a:p>
        </p:txBody>
      </p:sp>
      <p:pic>
        <p:nvPicPr>
          <p:cNvPr id="4" name="Content Placeholder 3" descr="A screen shot of a movie search box&#10;&#10;AI-generated content may be incorrect.">
            <a:extLst>
              <a:ext uri="{FF2B5EF4-FFF2-40B4-BE49-F238E27FC236}">
                <a16:creationId xmlns:a16="http://schemas.microsoft.com/office/drawing/2014/main" id="{02BACE19-B7E6-A9BE-B203-9D0036F5D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010" r="13584" b="2"/>
          <a:stretch>
            <a:fillRect/>
          </a:stretch>
        </p:blipFill>
        <p:spPr>
          <a:xfrm>
            <a:off x="3416427" y="6"/>
            <a:ext cx="5727572" cy="27627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D84038B-4A56-439B-A184-79B2D4506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2729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6" name="Picture 5" descr="A screenshot of a movie search&#10;&#10;AI-generated content may be incorrect.">
            <a:extLst>
              <a:ext uri="{FF2B5EF4-FFF2-40B4-BE49-F238E27FC236}">
                <a16:creationId xmlns:a16="http://schemas.microsoft.com/office/drawing/2014/main" id="{4025DD1B-C984-CE07-6538-DE1938CCC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72" r="22446" b="-4"/>
          <a:stretch>
            <a:fillRect/>
          </a:stretch>
        </p:blipFill>
        <p:spPr>
          <a:xfrm>
            <a:off x="20" y="2826737"/>
            <a:ext cx="3424313" cy="40312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BF3390-2F75-61F6-E736-738DF158E610}"/>
              </a:ext>
            </a:extLst>
          </p:cNvPr>
          <p:cNvSpPr txBox="1"/>
          <p:nvPr/>
        </p:nvSpPr>
        <p:spPr>
          <a:xfrm>
            <a:off x="4087224" y="3455208"/>
            <a:ext cx="4306824" cy="2344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This is the search bar for our Movie Search API. You can type in any movie title, and all available versions or related results will be displayed.</a:t>
            </a:r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96EE13-2C4D-4262-812E-DDE5FC35F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429" y="3404996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995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142457-E3F6-DF5D-16FB-B0DE08687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Show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5A070-7ACF-7E36-2DC3-19B88819C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Within the show details button, you get a full description of the movie including rating, genre, premiere date, and the language of the movie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DD9B28-F38C-847A-804C-3A71C15DE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68" r="1048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33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568D-3A33-2AF6-D1A2-33E715568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138265"/>
            <a:ext cx="4343399" cy="1401183"/>
          </a:xfrm>
        </p:spPr>
        <p:txBody>
          <a:bodyPr anchor="t">
            <a:normAutofit/>
          </a:bodyPr>
          <a:lstStyle/>
          <a:p>
            <a:r>
              <a:rPr lang="en-US" sz="2800"/>
              <a:t>Navigating back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60D0B-86D1-128F-4C89-BB0E5A7EC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2551176"/>
            <a:ext cx="4343399" cy="3602935"/>
          </a:xfrm>
        </p:spPr>
        <p:txBody>
          <a:bodyPr>
            <a:normAutofit/>
          </a:bodyPr>
          <a:lstStyle/>
          <a:p>
            <a:r>
              <a:rPr lang="en-US" sz="1700"/>
              <a:t>Our app is user friendly and super easy to navigate through. Once a movie is clicked, after you are done reading the description, you click back to search button to return to the search bar.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8BC164-E230-753F-2C7E-B4EE7BA77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1064" y="0"/>
            <a:ext cx="3602935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 shot of a cartoon&#10;&#10;AI-generated content may be incorrect.">
            <a:extLst>
              <a:ext uri="{FF2B5EF4-FFF2-40B4-BE49-F238E27FC236}">
                <a16:creationId xmlns:a16="http://schemas.microsoft.com/office/drawing/2014/main" id="{453944AF-0C46-E616-C817-7168B8832D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99" t="-4201" r="17377" b="81828"/>
          <a:stretch>
            <a:fillRect/>
          </a:stretch>
        </p:blipFill>
        <p:spPr>
          <a:xfrm>
            <a:off x="6018143" y="1855319"/>
            <a:ext cx="2589144" cy="136825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784D22C-D0A8-F41D-641E-94DF676BBBCE}"/>
              </a:ext>
            </a:extLst>
          </p:cNvPr>
          <p:cNvSpPr/>
          <p:nvPr/>
        </p:nvSpPr>
        <p:spPr>
          <a:xfrm>
            <a:off x="6675467" y="1916077"/>
            <a:ext cx="1274496" cy="54621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38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314</Words>
  <Application>Microsoft Office PowerPoint</Application>
  <PresentationFormat>On-screen Show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Movie Search API Project</vt:lpstr>
      <vt:lpstr>Project Overview</vt:lpstr>
      <vt:lpstr>Project Objectives</vt:lpstr>
      <vt:lpstr>Success Criteria</vt:lpstr>
      <vt:lpstr>Methodology</vt:lpstr>
      <vt:lpstr>Technical Stack</vt:lpstr>
      <vt:lpstr>Architecture Overview</vt:lpstr>
      <vt:lpstr>Team Responsibilities</vt:lpstr>
      <vt:lpstr>Project Performance</vt:lpstr>
      <vt:lpstr>Demo Plan</vt:lpstr>
      <vt:lpstr>Live Search</vt:lpstr>
      <vt:lpstr>Show Details</vt:lpstr>
      <vt:lpstr>Navigating back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Luke Davis</cp:lastModifiedBy>
  <cp:revision>2</cp:revision>
  <dcterms:created xsi:type="dcterms:W3CDTF">2013-01-27T09:14:16Z</dcterms:created>
  <dcterms:modified xsi:type="dcterms:W3CDTF">2025-11-21T03:22:29Z</dcterms:modified>
  <cp:category/>
</cp:coreProperties>
</file>